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BD26A1-B229-4C7D-98B6-B8214CB3B70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95E5FA5-D25B-4B0F-9BB6-4A228CD24CF1}">
      <dgm:prSet/>
      <dgm:spPr/>
      <dgm:t>
        <a:bodyPr/>
        <a:lstStyle/>
        <a:p>
          <a:r>
            <a:rPr lang="pt-BR" b="1"/>
            <a:t>Conceito:</a:t>
          </a:r>
          <a:r>
            <a:rPr lang="pt-BR"/>
            <a:t> IHC como área multidisciplinar (Computação, Psicologia, Ergonomia).</a:t>
          </a:r>
          <a:endParaRPr lang="en-US"/>
        </a:p>
      </dgm:t>
    </dgm:pt>
    <dgm:pt modelId="{D8D47E5F-F15D-4FCC-A6A4-67B8BFDAB583}" type="parTrans" cxnId="{549A8229-B560-4B90-99B9-77E60789FC66}">
      <dgm:prSet/>
      <dgm:spPr/>
      <dgm:t>
        <a:bodyPr/>
        <a:lstStyle/>
        <a:p>
          <a:endParaRPr lang="en-US"/>
        </a:p>
      </dgm:t>
    </dgm:pt>
    <dgm:pt modelId="{7C2AB2F9-3366-49C2-8D9C-4658EB6B5F4B}" type="sibTrans" cxnId="{549A8229-B560-4B90-99B9-77E60789FC66}">
      <dgm:prSet/>
      <dgm:spPr/>
      <dgm:t>
        <a:bodyPr/>
        <a:lstStyle/>
        <a:p>
          <a:endParaRPr lang="en-US"/>
        </a:p>
      </dgm:t>
    </dgm:pt>
    <dgm:pt modelId="{C9D8A287-3965-4796-AD90-3C446FA64BE5}">
      <dgm:prSet/>
      <dgm:spPr/>
      <dgm:t>
        <a:bodyPr/>
        <a:lstStyle/>
        <a:p>
          <a:r>
            <a:rPr lang="pt-BR" b="1"/>
            <a:t>Foco: </a:t>
          </a:r>
          <a:r>
            <a:rPr lang="pt-BR"/>
            <a:t>A evolução do "fazer funcionar" para o "fazer ser usado".</a:t>
          </a:r>
          <a:endParaRPr lang="en-US"/>
        </a:p>
      </dgm:t>
    </dgm:pt>
    <dgm:pt modelId="{B9AD9134-663F-4DD4-AD3F-975DF2CDD905}" type="parTrans" cxnId="{231346EA-A16C-4620-86CE-F96034E6B063}">
      <dgm:prSet/>
      <dgm:spPr/>
      <dgm:t>
        <a:bodyPr/>
        <a:lstStyle/>
        <a:p>
          <a:endParaRPr lang="en-US"/>
        </a:p>
      </dgm:t>
    </dgm:pt>
    <dgm:pt modelId="{882B4A1F-1A3E-433F-A764-CC0377451397}" type="sibTrans" cxnId="{231346EA-A16C-4620-86CE-F96034E6B063}">
      <dgm:prSet/>
      <dgm:spPr/>
      <dgm:t>
        <a:bodyPr/>
        <a:lstStyle/>
        <a:p>
          <a:endParaRPr lang="en-US"/>
        </a:p>
      </dgm:t>
    </dgm:pt>
    <dgm:pt modelId="{F3C199DB-4A66-483B-B45E-1C8242B91E8F}">
      <dgm:prSet/>
      <dgm:spPr/>
      <dgm:t>
        <a:bodyPr/>
        <a:lstStyle/>
        <a:p>
          <a:r>
            <a:rPr lang="pt-BR" b="1"/>
            <a:t>Ergonomia: </a:t>
          </a:r>
          <a:r>
            <a:rPr lang="pt-BR"/>
            <a:t>A ciência de adaptar o trabalho (e a interface) ao homem.</a:t>
          </a:r>
          <a:endParaRPr lang="en-US"/>
        </a:p>
      </dgm:t>
    </dgm:pt>
    <dgm:pt modelId="{2E017C45-3370-4D75-97E5-B963BA524302}" type="parTrans" cxnId="{F85FBE76-92B7-45F7-9D1E-13BCDB59E263}">
      <dgm:prSet/>
      <dgm:spPr/>
      <dgm:t>
        <a:bodyPr/>
        <a:lstStyle/>
        <a:p>
          <a:endParaRPr lang="en-US"/>
        </a:p>
      </dgm:t>
    </dgm:pt>
    <dgm:pt modelId="{77C4DEC5-35E3-454C-BFDE-2D6F7221EDF3}" type="sibTrans" cxnId="{F85FBE76-92B7-45F7-9D1E-13BCDB59E263}">
      <dgm:prSet/>
      <dgm:spPr/>
      <dgm:t>
        <a:bodyPr/>
        <a:lstStyle/>
        <a:p>
          <a:endParaRPr lang="en-US"/>
        </a:p>
      </dgm:t>
    </dgm:pt>
    <dgm:pt modelId="{EBD45DFF-0E1A-4465-A76C-8D9070131631}">
      <dgm:prSet/>
      <dgm:spPr/>
      <dgm:t>
        <a:bodyPr/>
        <a:lstStyle/>
        <a:p>
          <a:r>
            <a:rPr lang="pt-BR" b="1"/>
            <a:t>Ponto de Revisão: </a:t>
          </a:r>
          <a:r>
            <a:rPr lang="pt-BR"/>
            <a:t>A interface é o único canal de comunicação entre o sistema e o usuário. Se a interface falha, o sistema é inexistente para quem o usa.</a:t>
          </a:r>
          <a:endParaRPr lang="en-US"/>
        </a:p>
      </dgm:t>
    </dgm:pt>
    <dgm:pt modelId="{6A7685F9-1F56-46F8-B4A5-974864514A61}" type="parTrans" cxnId="{634F1C32-C753-433C-8DBD-0E08D612CF83}">
      <dgm:prSet/>
      <dgm:spPr/>
      <dgm:t>
        <a:bodyPr/>
        <a:lstStyle/>
        <a:p>
          <a:endParaRPr lang="en-US"/>
        </a:p>
      </dgm:t>
    </dgm:pt>
    <dgm:pt modelId="{A931C4FD-1B55-4F7F-9769-2DDB6712BA65}" type="sibTrans" cxnId="{634F1C32-C753-433C-8DBD-0E08D612CF83}">
      <dgm:prSet/>
      <dgm:spPr/>
      <dgm:t>
        <a:bodyPr/>
        <a:lstStyle/>
        <a:p>
          <a:endParaRPr lang="en-US"/>
        </a:p>
      </dgm:t>
    </dgm:pt>
    <dgm:pt modelId="{E51F1A84-4F1F-4423-B296-BE822876F4B8}" type="pres">
      <dgm:prSet presAssocID="{29BD26A1-B229-4C7D-98B6-B8214CB3B70A}" presName="root" presStyleCnt="0">
        <dgm:presLayoutVars>
          <dgm:dir/>
          <dgm:resizeHandles val="exact"/>
        </dgm:presLayoutVars>
      </dgm:prSet>
      <dgm:spPr/>
    </dgm:pt>
    <dgm:pt modelId="{EE71EC65-BB2A-42BE-A725-4BDF15450BBC}" type="pres">
      <dgm:prSet presAssocID="{29BD26A1-B229-4C7D-98B6-B8214CB3B70A}" presName="container" presStyleCnt="0">
        <dgm:presLayoutVars>
          <dgm:dir/>
          <dgm:resizeHandles val="exact"/>
        </dgm:presLayoutVars>
      </dgm:prSet>
      <dgm:spPr/>
    </dgm:pt>
    <dgm:pt modelId="{53ADF13E-9E37-4BC9-910E-AD141F1AFBAC}" type="pres">
      <dgm:prSet presAssocID="{595E5FA5-D25B-4B0F-9BB6-4A228CD24CF1}" presName="compNode" presStyleCnt="0"/>
      <dgm:spPr/>
    </dgm:pt>
    <dgm:pt modelId="{AA13AADB-2D39-490A-8767-C72AD9DB20C1}" type="pres">
      <dgm:prSet presAssocID="{595E5FA5-D25B-4B0F-9BB6-4A228CD24CF1}" presName="iconBgRect" presStyleLbl="bgShp" presStyleIdx="0" presStyleCnt="4"/>
      <dgm:spPr/>
    </dgm:pt>
    <dgm:pt modelId="{8B66EF42-F2AC-4304-8C3F-25ED9872B70B}" type="pres">
      <dgm:prSet presAssocID="{595E5FA5-D25B-4B0F-9BB6-4A228CD24CF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E363A0CF-9CCA-410A-A822-BAB62754F964}" type="pres">
      <dgm:prSet presAssocID="{595E5FA5-D25B-4B0F-9BB6-4A228CD24CF1}" presName="spaceRect" presStyleCnt="0"/>
      <dgm:spPr/>
    </dgm:pt>
    <dgm:pt modelId="{887C17E8-961C-4BDF-B29E-074CDE599ABA}" type="pres">
      <dgm:prSet presAssocID="{595E5FA5-D25B-4B0F-9BB6-4A228CD24CF1}" presName="textRect" presStyleLbl="revTx" presStyleIdx="0" presStyleCnt="4">
        <dgm:presLayoutVars>
          <dgm:chMax val="1"/>
          <dgm:chPref val="1"/>
        </dgm:presLayoutVars>
      </dgm:prSet>
      <dgm:spPr/>
    </dgm:pt>
    <dgm:pt modelId="{85366321-8CE1-458E-A6EB-F7F5D93158F7}" type="pres">
      <dgm:prSet presAssocID="{7C2AB2F9-3366-49C2-8D9C-4658EB6B5F4B}" presName="sibTrans" presStyleLbl="sibTrans2D1" presStyleIdx="0" presStyleCnt="0"/>
      <dgm:spPr/>
    </dgm:pt>
    <dgm:pt modelId="{7399E6A8-F36A-4626-AA22-E6636CAB6048}" type="pres">
      <dgm:prSet presAssocID="{C9D8A287-3965-4796-AD90-3C446FA64BE5}" presName="compNode" presStyleCnt="0"/>
      <dgm:spPr/>
    </dgm:pt>
    <dgm:pt modelId="{E6472E2D-5AC8-41DF-8E68-03B312F8D016}" type="pres">
      <dgm:prSet presAssocID="{C9D8A287-3965-4796-AD90-3C446FA64BE5}" presName="iconBgRect" presStyleLbl="bgShp" presStyleIdx="1" presStyleCnt="4"/>
      <dgm:spPr/>
    </dgm:pt>
    <dgm:pt modelId="{C5E7FDEA-5626-40BB-A55A-0344A4348286}" type="pres">
      <dgm:prSet presAssocID="{C9D8A287-3965-4796-AD90-3C446FA64BE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7ED362ED-E023-48A2-89BB-95DE0A3BC8E6}" type="pres">
      <dgm:prSet presAssocID="{C9D8A287-3965-4796-AD90-3C446FA64BE5}" presName="spaceRect" presStyleCnt="0"/>
      <dgm:spPr/>
    </dgm:pt>
    <dgm:pt modelId="{918C1651-7DC8-47AC-A292-C66910C72CDF}" type="pres">
      <dgm:prSet presAssocID="{C9D8A287-3965-4796-AD90-3C446FA64BE5}" presName="textRect" presStyleLbl="revTx" presStyleIdx="1" presStyleCnt="4">
        <dgm:presLayoutVars>
          <dgm:chMax val="1"/>
          <dgm:chPref val="1"/>
        </dgm:presLayoutVars>
      </dgm:prSet>
      <dgm:spPr/>
    </dgm:pt>
    <dgm:pt modelId="{D3D69FB4-047E-44D0-B319-8C6FE9ACE964}" type="pres">
      <dgm:prSet presAssocID="{882B4A1F-1A3E-433F-A764-CC0377451397}" presName="sibTrans" presStyleLbl="sibTrans2D1" presStyleIdx="0" presStyleCnt="0"/>
      <dgm:spPr/>
    </dgm:pt>
    <dgm:pt modelId="{664C10F9-6DAA-4879-A6D8-51B5CC2E7635}" type="pres">
      <dgm:prSet presAssocID="{F3C199DB-4A66-483B-B45E-1C8242B91E8F}" presName="compNode" presStyleCnt="0"/>
      <dgm:spPr/>
    </dgm:pt>
    <dgm:pt modelId="{46EED13D-A949-462F-98EB-DE37AD20B271}" type="pres">
      <dgm:prSet presAssocID="{F3C199DB-4A66-483B-B45E-1C8242B91E8F}" presName="iconBgRect" presStyleLbl="bgShp" presStyleIdx="2" presStyleCnt="4"/>
      <dgm:spPr/>
    </dgm:pt>
    <dgm:pt modelId="{9796E2CD-3324-4FE7-9DF7-1F9F827CEE89}" type="pres">
      <dgm:prSet presAssocID="{F3C199DB-4A66-483B-B45E-1C8242B91E8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786803E1-0AF8-4250-A7E4-EC157DDB8160}" type="pres">
      <dgm:prSet presAssocID="{F3C199DB-4A66-483B-B45E-1C8242B91E8F}" presName="spaceRect" presStyleCnt="0"/>
      <dgm:spPr/>
    </dgm:pt>
    <dgm:pt modelId="{5DB975FA-0DBC-4D3A-9634-375B5D7CEBD3}" type="pres">
      <dgm:prSet presAssocID="{F3C199DB-4A66-483B-B45E-1C8242B91E8F}" presName="textRect" presStyleLbl="revTx" presStyleIdx="2" presStyleCnt="4">
        <dgm:presLayoutVars>
          <dgm:chMax val="1"/>
          <dgm:chPref val="1"/>
        </dgm:presLayoutVars>
      </dgm:prSet>
      <dgm:spPr/>
    </dgm:pt>
    <dgm:pt modelId="{821FC675-F1D9-4496-95BB-F4ADA8544EA1}" type="pres">
      <dgm:prSet presAssocID="{77C4DEC5-35E3-454C-BFDE-2D6F7221EDF3}" presName="sibTrans" presStyleLbl="sibTrans2D1" presStyleIdx="0" presStyleCnt="0"/>
      <dgm:spPr/>
    </dgm:pt>
    <dgm:pt modelId="{E86A2BA4-43AE-4FE0-B084-397631E3CEDA}" type="pres">
      <dgm:prSet presAssocID="{EBD45DFF-0E1A-4465-A76C-8D9070131631}" presName="compNode" presStyleCnt="0"/>
      <dgm:spPr/>
    </dgm:pt>
    <dgm:pt modelId="{49D2CAB0-EB0F-43CA-BA5E-17FFC8DD322F}" type="pres">
      <dgm:prSet presAssocID="{EBD45DFF-0E1A-4465-A76C-8D9070131631}" presName="iconBgRect" presStyleLbl="bgShp" presStyleIdx="3" presStyleCnt="4"/>
      <dgm:spPr/>
    </dgm:pt>
    <dgm:pt modelId="{7152C6B9-7258-4D34-A428-086326B90177}" type="pres">
      <dgm:prSet presAssocID="{EBD45DFF-0E1A-4465-A76C-8D907013163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gendas"/>
        </a:ext>
      </dgm:extLst>
    </dgm:pt>
    <dgm:pt modelId="{81E01119-9D51-42A9-ABA9-E401B2057C1A}" type="pres">
      <dgm:prSet presAssocID="{EBD45DFF-0E1A-4465-A76C-8D9070131631}" presName="spaceRect" presStyleCnt="0"/>
      <dgm:spPr/>
    </dgm:pt>
    <dgm:pt modelId="{C45A7820-3997-4DA4-9003-E0CD3FBCEC49}" type="pres">
      <dgm:prSet presAssocID="{EBD45DFF-0E1A-4465-A76C-8D907013163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49A8229-B560-4B90-99B9-77E60789FC66}" srcId="{29BD26A1-B229-4C7D-98B6-B8214CB3B70A}" destId="{595E5FA5-D25B-4B0F-9BB6-4A228CD24CF1}" srcOrd="0" destOrd="0" parTransId="{D8D47E5F-F15D-4FCC-A6A4-67B8BFDAB583}" sibTransId="{7C2AB2F9-3366-49C2-8D9C-4658EB6B5F4B}"/>
    <dgm:cxn modelId="{634F1C32-C753-433C-8DBD-0E08D612CF83}" srcId="{29BD26A1-B229-4C7D-98B6-B8214CB3B70A}" destId="{EBD45DFF-0E1A-4465-A76C-8D9070131631}" srcOrd="3" destOrd="0" parTransId="{6A7685F9-1F56-46F8-B4A5-974864514A61}" sibTransId="{A931C4FD-1B55-4F7F-9769-2DDB6712BA65}"/>
    <dgm:cxn modelId="{CC9EAF3E-851A-44AA-A5E2-21382B3D8FD3}" type="presOf" srcId="{F3C199DB-4A66-483B-B45E-1C8242B91E8F}" destId="{5DB975FA-0DBC-4D3A-9634-375B5D7CEBD3}" srcOrd="0" destOrd="0" presId="urn:microsoft.com/office/officeart/2018/2/layout/IconCircleList"/>
    <dgm:cxn modelId="{C8D1C548-0E92-4B81-B011-654936B99B29}" type="presOf" srcId="{882B4A1F-1A3E-433F-A764-CC0377451397}" destId="{D3D69FB4-047E-44D0-B319-8C6FE9ACE964}" srcOrd="0" destOrd="0" presId="urn:microsoft.com/office/officeart/2018/2/layout/IconCircleList"/>
    <dgm:cxn modelId="{65D0BF54-08B6-43D3-9F07-D785C5A5E8DD}" type="presOf" srcId="{77C4DEC5-35E3-454C-BFDE-2D6F7221EDF3}" destId="{821FC675-F1D9-4496-95BB-F4ADA8544EA1}" srcOrd="0" destOrd="0" presId="urn:microsoft.com/office/officeart/2018/2/layout/IconCircleList"/>
    <dgm:cxn modelId="{F85FBE76-92B7-45F7-9D1E-13BCDB59E263}" srcId="{29BD26A1-B229-4C7D-98B6-B8214CB3B70A}" destId="{F3C199DB-4A66-483B-B45E-1C8242B91E8F}" srcOrd="2" destOrd="0" parTransId="{2E017C45-3370-4D75-97E5-B963BA524302}" sibTransId="{77C4DEC5-35E3-454C-BFDE-2D6F7221EDF3}"/>
    <dgm:cxn modelId="{43158D9F-B9F9-4F34-B3CD-B9E2F5CA232E}" type="presOf" srcId="{EBD45DFF-0E1A-4465-A76C-8D9070131631}" destId="{C45A7820-3997-4DA4-9003-E0CD3FBCEC49}" srcOrd="0" destOrd="0" presId="urn:microsoft.com/office/officeart/2018/2/layout/IconCircleList"/>
    <dgm:cxn modelId="{D5C562B5-98B1-4239-836C-7AF3276AE2DB}" type="presOf" srcId="{C9D8A287-3965-4796-AD90-3C446FA64BE5}" destId="{918C1651-7DC8-47AC-A292-C66910C72CDF}" srcOrd="0" destOrd="0" presId="urn:microsoft.com/office/officeart/2018/2/layout/IconCircleList"/>
    <dgm:cxn modelId="{B235A7C1-C9B9-423A-A8E1-7EE1EEBDE79F}" type="presOf" srcId="{7C2AB2F9-3366-49C2-8D9C-4658EB6B5F4B}" destId="{85366321-8CE1-458E-A6EB-F7F5D93158F7}" srcOrd="0" destOrd="0" presId="urn:microsoft.com/office/officeart/2018/2/layout/IconCircleList"/>
    <dgm:cxn modelId="{6ED583C6-46A0-4552-8FFF-20D220B7D0B8}" type="presOf" srcId="{29BD26A1-B229-4C7D-98B6-B8214CB3B70A}" destId="{E51F1A84-4F1F-4423-B296-BE822876F4B8}" srcOrd="0" destOrd="0" presId="urn:microsoft.com/office/officeart/2018/2/layout/IconCircleList"/>
    <dgm:cxn modelId="{407DD3D5-9F97-487A-8726-4B5BC54121D9}" type="presOf" srcId="{595E5FA5-D25B-4B0F-9BB6-4A228CD24CF1}" destId="{887C17E8-961C-4BDF-B29E-074CDE599ABA}" srcOrd="0" destOrd="0" presId="urn:microsoft.com/office/officeart/2018/2/layout/IconCircleList"/>
    <dgm:cxn modelId="{231346EA-A16C-4620-86CE-F96034E6B063}" srcId="{29BD26A1-B229-4C7D-98B6-B8214CB3B70A}" destId="{C9D8A287-3965-4796-AD90-3C446FA64BE5}" srcOrd="1" destOrd="0" parTransId="{B9AD9134-663F-4DD4-AD3F-975DF2CDD905}" sibTransId="{882B4A1F-1A3E-433F-A764-CC0377451397}"/>
    <dgm:cxn modelId="{E1E77FF8-B05C-4FA6-874D-8D56273D30B1}" type="presParOf" srcId="{E51F1A84-4F1F-4423-B296-BE822876F4B8}" destId="{EE71EC65-BB2A-42BE-A725-4BDF15450BBC}" srcOrd="0" destOrd="0" presId="urn:microsoft.com/office/officeart/2018/2/layout/IconCircleList"/>
    <dgm:cxn modelId="{F11300A6-E546-47AA-BDD6-26D0A6F58B08}" type="presParOf" srcId="{EE71EC65-BB2A-42BE-A725-4BDF15450BBC}" destId="{53ADF13E-9E37-4BC9-910E-AD141F1AFBAC}" srcOrd="0" destOrd="0" presId="urn:microsoft.com/office/officeart/2018/2/layout/IconCircleList"/>
    <dgm:cxn modelId="{E9302D98-1865-4030-81EC-7BC091A306B0}" type="presParOf" srcId="{53ADF13E-9E37-4BC9-910E-AD141F1AFBAC}" destId="{AA13AADB-2D39-490A-8767-C72AD9DB20C1}" srcOrd="0" destOrd="0" presId="urn:microsoft.com/office/officeart/2018/2/layout/IconCircleList"/>
    <dgm:cxn modelId="{2FC513EA-C458-4A2F-81A4-25C406D0D681}" type="presParOf" srcId="{53ADF13E-9E37-4BC9-910E-AD141F1AFBAC}" destId="{8B66EF42-F2AC-4304-8C3F-25ED9872B70B}" srcOrd="1" destOrd="0" presId="urn:microsoft.com/office/officeart/2018/2/layout/IconCircleList"/>
    <dgm:cxn modelId="{B7FE15D6-F06E-440F-A9AE-6B3E2596EE18}" type="presParOf" srcId="{53ADF13E-9E37-4BC9-910E-AD141F1AFBAC}" destId="{E363A0CF-9CCA-410A-A822-BAB62754F964}" srcOrd="2" destOrd="0" presId="urn:microsoft.com/office/officeart/2018/2/layout/IconCircleList"/>
    <dgm:cxn modelId="{58023CAB-CC03-447D-AD3D-372277B6085B}" type="presParOf" srcId="{53ADF13E-9E37-4BC9-910E-AD141F1AFBAC}" destId="{887C17E8-961C-4BDF-B29E-074CDE599ABA}" srcOrd="3" destOrd="0" presId="urn:microsoft.com/office/officeart/2018/2/layout/IconCircleList"/>
    <dgm:cxn modelId="{2C3F75C9-C300-4773-AA21-5357F510EBC5}" type="presParOf" srcId="{EE71EC65-BB2A-42BE-A725-4BDF15450BBC}" destId="{85366321-8CE1-458E-A6EB-F7F5D93158F7}" srcOrd="1" destOrd="0" presId="urn:microsoft.com/office/officeart/2018/2/layout/IconCircleList"/>
    <dgm:cxn modelId="{EDFAB3F4-E59B-41F5-B149-4DED8D4F801D}" type="presParOf" srcId="{EE71EC65-BB2A-42BE-A725-4BDF15450BBC}" destId="{7399E6A8-F36A-4626-AA22-E6636CAB6048}" srcOrd="2" destOrd="0" presId="urn:microsoft.com/office/officeart/2018/2/layout/IconCircleList"/>
    <dgm:cxn modelId="{8BBB71B7-19E4-4AA5-9BC2-4AD02F6FD0CC}" type="presParOf" srcId="{7399E6A8-F36A-4626-AA22-E6636CAB6048}" destId="{E6472E2D-5AC8-41DF-8E68-03B312F8D016}" srcOrd="0" destOrd="0" presId="urn:microsoft.com/office/officeart/2018/2/layout/IconCircleList"/>
    <dgm:cxn modelId="{6F32E6E4-FE8C-4C14-A70D-FF0FADAF0358}" type="presParOf" srcId="{7399E6A8-F36A-4626-AA22-E6636CAB6048}" destId="{C5E7FDEA-5626-40BB-A55A-0344A4348286}" srcOrd="1" destOrd="0" presId="urn:microsoft.com/office/officeart/2018/2/layout/IconCircleList"/>
    <dgm:cxn modelId="{543BC655-DA60-4768-8D3B-B4CF3B22946E}" type="presParOf" srcId="{7399E6A8-F36A-4626-AA22-E6636CAB6048}" destId="{7ED362ED-E023-48A2-89BB-95DE0A3BC8E6}" srcOrd="2" destOrd="0" presId="urn:microsoft.com/office/officeart/2018/2/layout/IconCircleList"/>
    <dgm:cxn modelId="{B24F928B-C62E-42D5-9CF8-F9D64C4E28DA}" type="presParOf" srcId="{7399E6A8-F36A-4626-AA22-E6636CAB6048}" destId="{918C1651-7DC8-47AC-A292-C66910C72CDF}" srcOrd="3" destOrd="0" presId="urn:microsoft.com/office/officeart/2018/2/layout/IconCircleList"/>
    <dgm:cxn modelId="{B045D415-274F-4654-A5AC-941BFBAB7773}" type="presParOf" srcId="{EE71EC65-BB2A-42BE-A725-4BDF15450BBC}" destId="{D3D69FB4-047E-44D0-B319-8C6FE9ACE964}" srcOrd="3" destOrd="0" presId="urn:microsoft.com/office/officeart/2018/2/layout/IconCircleList"/>
    <dgm:cxn modelId="{8EA211EA-FD47-40F9-80CC-FC0578A40121}" type="presParOf" srcId="{EE71EC65-BB2A-42BE-A725-4BDF15450BBC}" destId="{664C10F9-6DAA-4879-A6D8-51B5CC2E7635}" srcOrd="4" destOrd="0" presId="urn:microsoft.com/office/officeart/2018/2/layout/IconCircleList"/>
    <dgm:cxn modelId="{3137D882-AB1B-4988-B5F9-9DE1FA12185E}" type="presParOf" srcId="{664C10F9-6DAA-4879-A6D8-51B5CC2E7635}" destId="{46EED13D-A949-462F-98EB-DE37AD20B271}" srcOrd="0" destOrd="0" presId="urn:microsoft.com/office/officeart/2018/2/layout/IconCircleList"/>
    <dgm:cxn modelId="{78377608-4F75-4C23-8D67-828F0C65BE02}" type="presParOf" srcId="{664C10F9-6DAA-4879-A6D8-51B5CC2E7635}" destId="{9796E2CD-3324-4FE7-9DF7-1F9F827CEE89}" srcOrd="1" destOrd="0" presId="urn:microsoft.com/office/officeart/2018/2/layout/IconCircleList"/>
    <dgm:cxn modelId="{B49DAD9D-E92A-4203-A9B3-8E0003B8C722}" type="presParOf" srcId="{664C10F9-6DAA-4879-A6D8-51B5CC2E7635}" destId="{786803E1-0AF8-4250-A7E4-EC157DDB8160}" srcOrd="2" destOrd="0" presId="urn:microsoft.com/office/officeart/2018/2/layout/IconCircleList"/>
    <dgm:cxn modelId="{169E292C-5F05-455A-B40A-5248F56946FB}" type="presParOf" srcId="{664C10F9-6DAA-4879-A6D8-51B5CC2E7635}" destId="{5DB975FA-0DBC-4D3A-9634-375B5D7CEBD3}" srcOrd="3" destOrd="0" presId="urn:microsoft.com/office/officeart/2018/2/layout/IconCircleList"/>
    <dgm:cxn modelId="{3600CFDB-9D8A-4D9E-9E9D-0287B8FEDEAB}" type="presParOf" srcId="{EE71EC65-BB2A-42BE-A725-4BDF15450BBC}" destId="{821FC675-F1D9-4496-95BB-F4ADA8544EA1}" srcOrd="5" destOrd="0" presId="urn:microsoft.com/office/officeart/2018/2/layout/IconCircleList"/>
    <dgm:cxn modelId="{8FB11395-2024-4DF4-94F6-139633B42FE4}" type="presParOf" srcId="{EE71EC65-BB2A-42BE-A725-4BDF15450BBC}" destId="{E86A2BA4-43AE-4FE0-B084-397631E3CEDA}" srcOrd="6" destOrd="0" presId="urn:microsoft.com/office/officeart/2018/2/layout/IconCircleList"/>
    <dgm:cxn modelId="{DCDDAAA3-FB43-47B0-8B41-3B6F89ADFFEE}" type="presParOf" srcId="{E86A2BA4-43AE-4FE0-B084-397631E3CEDA}" destId="{49D2CAB0-EB0F-43CA-BA5E-17FFC8DD322F}" srcOrd="0" destOrd="0" presId="urn:microsoft.com/office/officeart/2018/2/layout/IconCircleList"/>
    <dgm:cxn modelId="{D5BC2D8B-DEFE-432B-9954-897A4A4E5109}" type="presParOf" srcId="{E86A2BA4-43AE-4FE0-B084-397631E3CEDA}" destId="{7152C6B9-7258-4D34-A428-086326B90177}" srcOrd="1" destOrd="0" presId="urn:microsoft.com/office/officeart/2018/2/layout/IconCircleList"/>
    <dgm:cxn modelId="{60E15B7D-D945-49B6-8BFF-80B3945466E2}" type="presParOf" srcId="{E86A2BA4-43AE-4FE0-B084-397631E3CEDA}" destId="{81E01119-9D51-42A9-ABA9-E401B2057C1A}" srcOrd="2" destOrd="0" presId="urn:microsoft.com/office/officeart/2018/2/layout/IconCircleList"/>
    <dgm:cxn modelId="{7843DD7A-5971-4EFB-AF95-EFEB3858CB51}" type="presParOf" srcId="{E86A2BA4-43AE-4FE0-B084-397631E3CEDA}" destId="{C45A7820-3997-4DA4-9003-E0CD3FBCEC4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E4A21C-5C18-4000-8D2D-E725BDB6998E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2D9A3CB-DA18-4A20-B71F-ACFBE88CEEF4}">
      <dgm:prSet/>
      <dgm:spPr/>
      <dgm:t>
        <a:bodyPr/>
        <a:lstStyle/>
        <a:p>
          <a:r>
            <a:rPr lang="pt-BR" b="1"/>
            <a:t>Definição (ISO 9241-11): </a:t>
          </a:r>
          <a:r>
            <a:rPr lang="pt-BR"/>
            <a:t>Eficácia, Eficiência e Satisfação.</a:t>
          </a:r>
          <a:endParaRPr lang="en-US"/>
        </a:p>
      </dgm:t>
    </dgm:pt>
    <dgm:pt modelId="{13F45B1C-3E0D-4B0B-8C33-36A0D2EA3528}" type="parTrans" cxnId="{63FE7F71-AF18-48BF-A276-3125C3D9A22B}">
      <dgm:prSet/>
      <dgm:spPr/>
      <dgm:t>
        <a:bodyPr/>
        <a:lstStyle/>
        <a:p>
          <a:endParaRPr lang="en-US"/>
        </a:p>
      </dgm:t>
    </dgm:pt>
    <dgm:pt modelId="{FE47BD80-3047-4E39-A63E-07D13A094C81}" type="sibTrans" cxnId="{63FE7F71-AF18-48BF-A276-3125C3D9A22B}">
      <dgm:prSet/>
      <dgm:spPr/>
      <dgm:t>
        <a:bodyPr/>
        <a:lstStyle/>
        <a:p>
          <a:endParaRPr lang="en-US"/>
        </a:p>
      </dgm:t>
    </dgm:pt>
    <dgm:pt modelId="{B39DFC88-0D3E-443F-A0E6-A469BC390CC3}">
      <dgm:prSet/>
      <dgm:spPr/>
      <dgm:t>
        <a:bodyPr/>
        <a:lstStyle/>
        <a:p>
          <a:r>
            <a:rPr lang="pt-BR" b="1"/>
            <a:t>Os 5 Atributos de Nielsen:</a:t>
          </a:r>
          <a:endParaRPr lang="en-US"/>
        </a:p>
      </dgm:t>
    </dgm:pt>
    <dgm:pt modelId="{30D996D6-9DF0-4C85-80CE-68C79FF478B5}" type="parTrans" cxnId="{F8599949-5F25-4ACF-855B-76162E5EDFDD}">
      <dgm:prSet/>
      <dgm:spPr/>
      <dgm:t>
        <a:bodyPr/>
        <a:lstStyle/>
        <a:p>
          <a:endParaRPr lang="en-US"/>
        </a:p>
      </dgm:t>
    </dgm:pt>
    <dgm:pt modelId="{2F3DB240-3876-4D9A-9D22-71E723ABADC2}" type="sibTrans" cxnId="{F8599949-5F25-4ACF-855B-76162E5EDFDD}">
      <dgm:prSet/>
      <dgm:spPr/>
      <dgm:t>
        <a:bodyPr/>
        <a:lstStyle/>
        <a:p>
          <a:endParaRPr lang="en-US"/>
        </a:p>
      </dgm:t>
    </dgm:pt>
    <dgm:pt modelId="{AE9CF0FE-6269-44A7-BAD7-8D07FE1E4F35}">
      <dgm:prSet/>
      <dgm:spPr/>
      <dgm:t>
        <a:bodyPr/>
        <a:lstStyle/>
        <a:p>
          <a:r>
            <a:rPr lang="pt-BR"/>
            <a:t>Facilidade de Aprendizado: O quão rápido um novato aprende?</a:t>
          </a:r>
          <a:endParaRPr lang="en-US"/>
        </a:p>
      </dgm:t>
    </dgm:pt>
    <dgm:pt modelId="{AE7C8355-B4B1-496C-B7E2-CF657E09D33F}" type="parTrans" cxnId="{0A3D4236-AD6D-4DCE-B206-88D65D6A512A}">
      <dgm:prSet/>
      <dgm:spPr/>
      <dgm:t>
        <a:bodyPr/>
        <a:lstStyle/>
        <a:p>
          <a:endParaRPr lang="en-US"/>
        </a:p>
      </dgm:t>
    </dgm:pt>
    <dgm:pt modelId="{D6FB2484-EC50-466C-A3B8-F386BE35A071}" type="sibTrans" cxnId="{0A3D4236-AD6D-4DCE-B206-88D65D6A512A}">
      <dgm:prSet/>
      <dgm:spPr/>
      <dgm:t>
        <a:bodyPr/>
        <a:lstStyle/>
        <a:p>
          <a:endParaRPr lang="en-US"/>
        </a:p>
      </dgm:t>
    </dgm:pt>
    <dgm:pt modelId="{DD8FB03F-B4B1-4313-B064-292C9034B9E7}">
      <dgm:prSet/>
      <dgm:spPr/>
      <dgm:t>
        <a:bodyPr/>
        <a:lstStyle/>
        <a:p>
          <a:r>
            <a:rPr lang="pt-BR"/>
            <a:t>Eficiência: Após aprender, quão rápido ele executa?</a:t>
          </a:r>
          <a:endParaRPr lang="en-US"/>
        </a:p>
      </dgm:t>
    </dgm:pt>
    <dgm:pt modelId="{F011FEE8-AB67-4144-A372-9DBA6F4FC55E}" type="parTrans" cxnId="{08E506B2-2BD8-4160-9A0C-E26C6A4FF0F4}">
      <dgm:prSet/>
      <dgm:spPr/>
      <dgm:t>
        <a:bodyPr/>
        <a:lstStyle/>
        <a:p>
          <a:endParaRPr lang="en-US"/>
        </a:p>
      </dgm:t>
    </dgm:pt>
    <dgm:pt modelId="{C389460F-7FFE-4D3E-877C-05E043624863}" type="sibTrans" cxnId="{08E506B2-2BD8-4160-9A0C-E26C6A4FF0F4}">
      <dgm:prSet/>
      <dgm:spPr/>
      <dgm:t>
        <a:bodyPr/>
        <a:lstStyle/>
        <a:p>
          <a:endParaRPr lang="en-US"/>
        </a:p>
      </dgm:t>
    </dgm:pt>
    <dgm:pt modelId="{20925BEF-A2F7-4ED8-9A72-5FF6CEA46CA0}">
      <dgm:prSet/>
      <dgm:spPr/>
      <dgm:t>
        <a:bodyPr/>
        <a:lstStyle/>
        <a:p>
          <a:r>
            <a:rPr lang="pt-BR"/>
            <a:t>Memorização: Ele lembra como usar após um tempo longe?</a:t>
          </a:r>
          <a:endParaRPr lang="en-US"/>
        </a:p>
      </dgm:t>
    </dgm:pt>
    <dgm:pt modelId="{2959CAF4-27F2-4CF9-ACAA-D115630905E1}" type="parTrans" cxnId="{A9A3BD06-714B-4841-8F89-D44A4094B098}">
      <dgm:prSet/>
      <dgm:spPr/>
      <dgm:t>
        <a:bodyPr/>
        <a:lstStyle/>
        <a:p>
          <a:endParaRPr lang="en-US"/>
        </a:p>
      </dgm:t>
    </dgm:pt>
    <dgm:pt modelId="{1D0994FD-ED20-40F7-BC15-477E9B3ED095}" type="sibTrans" cxnId="{A9A3BD06-714B-4841-8F89-D44A4094B098}">
      <dgm:prSet/>
      <dgm:spPr/>
      <dgm:t>
        <a:bodyPr/>
        <a:lstStyle/>
        <a:p>
          <a:endParaRPr lang="en-US"/>
        </a:p>
      </dgm:t>
    </dgm:pt>
    <dgm:pt modelId="{3551C57E-CBBB-4E2F-93C3-0A5910A3F57C}">
      <dgm:prSet/>
      <dgm:spPr/>
      <dgm:t>
        <a:bodyPr/>
        <a:lstStyle/>
        <a:p>
          <a:r>
            <a:rPr lang="pt-BR"/>
            <a:t>Erros: O sistema evita erros e permite recuperação?</a:t>
          </a:r>
          <a:endParaRPr lang="en-US"/>
        </a:p>
      </dgm:t>
    </dgm:pt>
    <dgm:pt modelId="{5B580623-4CE4-4754-BDB2-DA271EC1B801}" type="parTrans" cxnId="{AE803689-F365-40F4-AA33-7C226F59CB53}">
      <dgm:prSet/>
      <dgm:spPr/>
      <dgm:t>
        <a:bodyPr/>
        <a:lstStyle/>
        <a:p>
          <a:endParaRPr lang="en-US"/>
        </a:p>
      </dgm:t>
    </dgm:pt>
    <dgm:pt modelId="{64FDF8AD-4717-4E8A-AE54-F9585CE78A90}" type="sibTrans" cxnId="{AE803689-F365-40F4-AA33-7C226F59CB53}">
      <dgm:prSet/>
      <dgm:spPr/>
      <dgm:t>
        <a:bodyPr/>
        <a:lstStyle/>
        <a:p>
          <a:endParaRPr lang="en-US"/>
        </a:p>
      </dgm:t>
    </dgm:pt>
    <dgm:pt modelId="{1C8D2443-E613-418D-BF8F-5A8FF6C9C0B9}">
      <dgm:prSet/>
      <dgm:spPr/>
      <dgm:t>
        <a:bodyPr/>
        <a:lstStyle/>
        <a:p>
          <a:r>
            <a:rPr lang="pt-BR"/>
            <a:t>Satisfação: É agradável de usar?</a:t>
          </a:r>
          <a:endParaRPr lang="en-US"/>
        </a:p>
      </dgm:t>
    </dgm:pt>
    <dgm:pt modelId="{C893CE43-EC4B-4196-BFBF-559B695CAFA5}" type="parTrans" cxnId="{75D57B62-0272-40C0-ABD6-57D3D26F8CB2}">
      <dgm:prSet/>
      <dgm:spPr/>
      <dgm:t>
        <a:bodyPr/>
        <a:lstStyle/>
        <a:p>
          <a:endParaRPr lang="en-US"/>
        </a:p>
      </dgm:t>
    </dgm:pt>
    <dgm:pt modelId="{D963F52F-F49D-4753-8CD1-DBC629F82CDF}" type="sibTrans" cxnId="{75D57B62-0272-40C0-ABD6-57D3D26F8CB2}">
      <dgm:prSet/>
      <dgm:spPr/>
      <dgm:t>
        <a:bodyPr/>
        <a:lstStyle/>
        <a:p>
          <a:endParaRPr lang="en-US"/>
        </a:p>
      </dgm:t>
    </dgm:pt>
    <dgm:pt modelId="{6DC3E5A3-B93D-4BFA-B714-37E39298A3FE}" type="pres">
      <dgm:prSet presAssocID="{C5E4A21C-5C18-4000-8D2D-E725BDB6998E}" presName="linear" presStyleCnt="0">
        <dgm:presLayoutVars>
          <dgm:dir/>
          <dgm:animLvl val="lvl"/>
          <dgm:resizeHandles val="exact"/>
        </dgm:presLayoutVars>
      </dgm:prSet>
      <dgm:spPr/>
    </dgm:pt>
    <dgm:pt modelId="{0FCD80A8-0BA7-46EF-9BBE-185466CA51FA}" type="pres">
      <dgm:prSet presAssocID="{12D9A3CB-DA18-4A20-B71F-ACFBE88CEEF4}" presName="parentLin" presStyleCnt="0"/>
      <dgm:spPr/>
    </dgm:pt>
    <dgm:pt modelId="{E626D05D-5539-484C-87BB-86B2F6B929D5}" type="pres">
      <dgm:prSet presAssocID="{12D9A3CB-DA18-4A20-B71F-ACFBE88CEEF4}" presName="parentLeftMargin" presStyleLbl="node1" presStyleIdx="0" presStyleCnt="2"/>
      <dgm:spPr/>
    </dgm:pt>
    <dgm:pt modelId="{410D8A33-022A-417F-92E0-085C18DC7AF5}" type="pres">
      <dgm:prSet presAssocID="{12D9A3CB-DA18-4A20-B71F-ACFBE88CEEF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FD79FE9-AE81-43D2-85F9-EB821B72A8C8}" type="pres">
      <dgm:prSet presAssocID="{12D9A3CB-DA18-4A20-B71F-ACFBE88CEEF4}" presName="negativeSpace" presStyleCnt="0"/>
      <dgm:spPr/>
    </dgm:pt>
    <dgm:pt modelId="{9A24A389-D953-41BA-A5DA-9F0A94DC3C9A}" type="pres">
      <dgm:prSet presAssocID="{12D9A3CB-DA18-4A20-B71F-ACFBE88CEEF4}" presName="childText" presStyleLbl="conFgAcc1" presStyleIdx="0" presStyleCnt="2">
        <dgm:presLayoutVars>
          <dgm:bulletEnabled val="1"/>
        </dgm:presLayoutVars>
      </dgm:prSet>
      <dgm:spPr/>
    </dgm:pt>
    <dgm:pt modelId="{F0F4BF0B-D01F-4674-B9D5-FA4A08F74709}" type="pres">
      <dgm:prSet presAssocID="{FE47BD80-3047-4E39-A63E-07D13A094C81}" presName="spaceBetweenRectangles" presStyleCnt="0"/>
      <dgm:spPr/>
    </dgm:pt>
    <dgm:pt modelId="{3AA2B579-DDCF-4F2B-9EF5-3ED37A434A71}" type="pres">
      <dgm:prSet presAssocID="{B39DFC88-0D3E-443F-A0E6-A469BC390CC3}" presName="parentLin" presStyleCnt="0"/>
      <dgm:spPr/>
    </dgm:pt>
    <dgm:pt modelId="{05EC1EEE-2D78-4166-9B58-2DABF8DC1559}" type="pres">
      <dgm:prSet presAssocID="{B39DFC88-0D3E-443F-A0E6-A469BC390CC3}" presName="parentLeftMargin" presStyleLbl="node1" presStyleIdx="0" presStyleCnt="2"/>
      <dgm:spPr/>
    </dgm:pt>
    <dgm:pt modelId="{8DD289B6-8A41-408A-91C0-DBBB412D39E7}" type="pres">
      <dgm:prSet presAssocID="{B39DFC88-0D3E-443F-A0E6-A469BC390CC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07D3ED8-0B57-4860-8333-C256E561B089}" type="pres">
      <dgm:prSet presAssocID="{B39DFC88-0D3E-443F-A0E6-A469BC390CC3}" presName="negativeSpace" presStyleCnt="0"/>
      <dgm:spPr/>
    </dgm:pt>
    <dgm:pt modelId="{91708860-60BB-4E0E-A503-BFD7A26769C3}" type="pres">
      <dgm:prSet presAssocID="{B39DFC88-0D3E-443F-A0E6-A469BC390CC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9A3BD06-714B-4841-8F89-D44A4094B098}" srcId="{B39DFC88-0D3E-443F-A0E6-A469BC390CC3}" destId="{20925BEF-A2F7-4ED8-9A72-5FF6CEA46CA0}" srcOrd="2" destOrd="0" parTransId="{2959CAF4-27F2-4CF9-ACAA-D115630905E1}" sibTransId="{1D0994FD-ED20-40F7-BC15-477E9B3ED095}"/>
    <dgm:cxn modelId="{E4088B0A-5EED-45B1-8116-1A3BF1C353BC}" type="presOf" srcId="{DD8FB03F-B4B1-4313-B064-292C9034B9E7}" destId="{91708860-60BB-4E0E-A503-BFD7A26769C3}" srcOrd="0" destOrd="1" presId="urn:microsoft.com/office/officeart/2005/8/layout/list1"/>
    <dgm:cxn modelId="{8915762E-DCFD-453A-B224-E8299A0E7FFD}" type="presOf" srcId="{12D9A3CB-DA18-4A20-B71F-ACFBE88CEEF4}" destId="{E626D05D-5539-484C-87BB-86B2F6B929D5}" srcOrd="0" destOrd="0" presId="urn:microsoft.com/office/officeart/2005/8/layout/list1"/>
    <dgm:cxn modelId="{815D7232-8F55-49CC-B4F0-2C482DBAA376}" type="presOf" srcId="{20925BEF-A2F7-4ED8-9A72-5FF6CEA46CA0}" destId="{91708860-60BB-4E0E-A503-BFD7A26769C3}" srcOrd="0" destOrd="2" presId="urn:microsoft.com/office/officeart/2005/8/layout/list1"/>
    <dgm:cxn modelId="{0A3D4236-AD6D-4DCE-B206-88D65D6A512A}" srcId="{B39DFC88-0D3E-443F-A0E6-A469BC390CC3}" destId="{AE9CF0FE-6269-44A7-BAD7-8D07FE1E4F35}" srcOrd="0" destOrd="0" parTransId="{AE7C8355-B4B1-496C-B7E2-CF657E09D33F}" sibTransId="{D6FB2484-EC50-466C-A3B8-F386BE35A071}"/>
    <dgm:cxn modelId="{3AEF6C61-C4C0-4B6B-A77D-D7033C2ADF10}" type="presOf" srcId="{3551C57E-CBBB-4E2F-93C3-0A5910A3F57C}" destId="{91708860-60BB-4E0E-A503-BFD7A26769C3}" srcOrd="0" destOrd="3" presId="urn:microsoft.com/office/officeart/2005/8/layout/list1"/>
    <dgm:cxn modelId="{75D57B62-0272-40C0-ABD6-57D3D26F8CB2}" srcId="{B39DFC88-0D3E-443F-A0E6-A469BC390CC3}" destId="{1C8D2443-E613-418D-BF8F-5A8FF6C9C0B9}" srcOrd="4" destOrd="0" parTransId="{C893CE43-EC4B-4196-BFBF-559B695CAFA5}" sibTransId="{D963F52F-F49D-4753-8CD1-DBC629F82CDF}"/>
    <dgm:cxn modelId="{F8599949-5F25-4ACF-855B-76162E5EDFDD}" srcId="{C5E4A21C-5C18-4000-8D2D-E725BDB6998E}" destId="{B39DFC88-0D3E-443F-A0E6-A469BC390CC3}" srcOrd="1" destOrd="0" parTransId="{30D996D6-9DF0-4C85-80CE-68C79FF478B5}" sibTransId="{2F3DB240-3876-4D9A-9D22-71E723ABADC2}"/>
    <dgm:cxn modelId="{63FE7F71-AF18-48BF-A276-3125C3D9A22B}" srcId="{C5E4A21C-5C18-4000-8D2D-E725BDB6998E}" destId="{12D9A3CB-DA18-4A20-B71F-ACFBE88CEEF4}" srcOrd="0" destOrd="0" parTransId="{13F45B1C-3E0D-4B0B-8C33-36A0D2EA3528}" sibTransId="{FE47BD80-3047-4E39-A63E-07D13A094C81}"/>
    <dgm:cxn modelId="{FCA8C679-7F70-4DE5-8727-586C48791CBE}" type="presOf" srcId="{12D9A3CB-DA18-4A20-B71F-ACFBE88CEEF4}" destId="{410D8A33-022A-417F-92E0-085C18DC7AF5}" srcOrd="1" destOrd="0" presId="urn:microsoft.com/office/officeart/2005/8/layout/list1"/>
    <dgm:cxn modelId="{DC9E4B7E-4402-4090-9A9F-42CEE814F6AF}" type="presOf" srcId="{1C8D2443-E613-418D-BF8F-5A8FF6C9C0B9}" destId="{91708860-60BB-4E0E-A503-BFD7A26769C3}" srcOrd="0" destOrd="4" presId="urn:microsoft.com/office/officeart/2005/8/layout/list1"/>
    <dgm:cxn modelId="{A0D74883-8371-41BB-AD89-36909A84C2A6}" type="presOf" srcId="{C5E4A21C-5C18-4000-8D2D-E725BDB6998E}" destId="{6DC3E5A3-B93D-4BFA-B714-37E39298A3FE}" srcOrd="0" destOrd="0" presId="urn:microsoft.com/office/officeart/2005/8/layout/list1"/>
    <dgm:cxn modelId="{AE803689-F365-40F4-AA33-7C226F59CB53}" srcId="{B39DFC88-0D3E-443F-A0E6-A469BC390CC3}" destId="{3551C57E-CBBB-4E2F-93C3-0A5910A3F57C}" srcOrd="3" destOrd="0" parTransId="{5B580623-4CE4-4754-BDB2-DA271EC1B801}" sibTransId="{64FDF8AD-4717-4E8A-AE54-F9585CE78A90}"/>
    <dgm:cxn modelId="{08E506B2-2BD8-4160-9A0C-E26C6A4FF0F4}" srcId="{B39DFC88-0D3E-443F-A0E6-A469BC390CC3}" destId="{DD8FB03F-B4B1-4313-B064-292C9034B9E7}" srcOrd="1" destOrd="0" parTransId="{F011FEE8-AB67-4144-A372-9DBA6F4FC55E}" sibTransId="{C389460F-7FFE-4D3E-877C-05E043624863}"/>
    <dgm:cxn modelId="{790E5EBA-18D3-4DE7-BA08-25C5E2F590C0}" type="presOf" srcId="{AE9CF0FE-6269-44A7-BAD7-8D07FE1E4F35}" destId="{91708860-60BB-4E0E-A503-BFD7A26769C3}" srcOrd="0" destOrd="0" presId="urn:microsoft.com/office/officeart/2005/8/layout/list1"/>
    <dgm:cxn modelId="{5A1202E3-4371-4CF9-958A-C761DFF76B8A}" type="presOf" srcId="{B39DFC88-0D3E-443F-A0E6-A469BC390CC3}" destId="{8DD289B6-8A41-408A-91C0-DBBB412D39E7}" srcOrd="1" destOrd="0" presId="urn:microsoft.com/office/officeart/2005/8/layout/list1"/>
    <dgm:cxn modelId="{774A4BF2-B979-4A46-8432-5E6103A918A0}" type="presOf" srcId="{B39DFC88-0D3E-443F-A0E6-A469BC390CC3}" destId="{05EC1EEE-2D78-4166-9B58-2DABF8DC1559}" srcOrd="0" destOrd="0" presId="urn:microsoft.com/office/officeart/2005/8/layout/list1"/>
    <dgm:cxn modelId="{4C2FEC59-7FEA-4A6D-A30A-0D103D336C4C}" type="presParOf" srcId="{6DC3E5A3-B93D-4BFA-B714-37E39298A3FE}" destId="{0FCD80A8-0BA7-46EF-9BBE-185466CA51FA}" srcOrd="0" destOrd="0" presId="urn:microsoft.com/office/officeart/2005/8/layout/list1"/>
    <dgm:cxn modelId="{CEF2DE82-A65E-45BC-9CA9-C8572B3D0182}" type="presParOf" srcId="{0FCD80A8-0BA7-46EF-9BBE-185466CA51FA}" destId="{E626D05D-5539-484C-87BB-86B2F6B929D5}" srcOrd="0" destOrd="0" presId="urn:microsoft.com/office/officeart/2005/8/layout/list1"/>
    <dgm:cxn modelId="{848D42B6-7628-402D-8613-B5514CB305EF}" type="presParOf" srcId="{0FCD80A8-0BA7-46EF-9BBE-185466CA51FA}" destId="{410D8A33-022A-417F-92E0-085C18DC7AF5}" srcOrd="1" destOrd="0" presId="urn:microsoft.com/office/officeart/2005/8/layout/list1"/>
    <dgm:cxn modelId="{4969B61D-63E3-46AC-9028-65E0D6C17088}" type="presParOf" srcId="{6DC3E5A3-B93D-4BFA-B714-37E39298A3FE}" destId="{9FD79FE9-AE81-43D2-85F9-EB821B72A8C8}" srcOrd="1" destOrd="0" presId="urn:microsoft.com/office/officeart/2005/8/layout/list1"/>
    <dgm:cxn modelId="{234F3564-B892-450E-9FBF-67DE4419C9E6}" type="presParOf" srcId="{6DC3E5A3-B93D-4BFA-B714-37E39298A3FE}" destId="{9A24A389-D953-41BA-A5DA-9F0A94DC3C9A}" srcOrd="2" destOrd="0" presId="urn:microsoft.com/office/officeart/2005/8/layout/list1"/>
    <dgm:cxn modelId="{419D0EB0-5409-442A-9D03-AB0341F3C2DA}" type="presParOf" srcId="{6DC3E5A3-B93D-4BFA-B714-37E39298A3FE}" destId="{F0F4BF0B-D01F-4674-B9D5-FA4A08F74709}" srcOrd="3" destOrd="0" presId="urn:microsoft.com/office/officeart/2005/8/layout/list1"/>
    <dgm:cxn modelId="{66A13511-6A9F-438A-97A9-2D785EBBCA90}" type="presParOf" srcId="{6DC3E5A3-B93D-4BFA-B714-37E39298A3FE}" destId="{3AA2B579-DDCF-4F2B-9EF5-3ED37A434A71}" srcOrd="4" destOrd="0" presId="urn:microsoft.com/office/officeart/2005/8/layout/list1"/>
    <dgm:cxn modelId="{BAD6A249-62B2-43FD-847B-9D5435100F74}" type="presParOf" srcId="{3AA2B579-DDCF-4F2B-9EF5-3ED37A434A71}" destId="{05EC1EEE-2D78-4166-9B58-2DABF8DC1559}" srcOrd="0" destOrd="0" presId="urn:microsoft.com/office/officeart/2005/8/layout/list1"/>
    <dgm:cxn modelId="{BD5882D0-CB9C-4B81-A9C8-714F9ED67299}" type="presParOf" srcId="{3AA2B579-DDCF-4F2B-9EF5-3ED37A434A71}" destId="{8DD289B6-8A41-408A-91C0-DBBB412D39E7}" srcOrd="1" destOrd="0" presId="urn:microsoft.com/office/officeart/2005/8/layout/list1"/>
    <dgm:cxn modelId="{70FB3FF0-5DAA-41CE-BD8C-F396EB54503B}" type="presParOf" srcId="{6DC3E5A3-B93D-4BFA-B714-37E39298A3FE}" destId="{507D3ED8-0B57-4860-8333-C256E561B089}" srcOrd="5" destOrd="0" presId="urn:microsoft.com/office/officeart/2005/8/layout/list1"/>
    <dgm:cxn modelId="{58510050-B4F8-4E93-A371-32FDE5D849F2}" type="presParOf" srcId="{6DC3E5A3-B93D-4BFA-B714-37E39298A3FE}" destId="{91708860-60BB-4E0E-A503-BFD7A26769C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922BA2-151C-4647-B257-00A6D193B77F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80931E2-EF5A-485A-B8AC-4A35FD6D8D16}">
      <dgm:prSet/>
      <dgm:spPr/>
      <dgm:t>
        <a:bodyPr/>
        <a:lstStyle/>
        <a:p>
          <a:r>
            <a:rPr lang="pt-BR" b="1"/>
            <a:t>Conceito:</a:t>
          </a:r>
          <a:r>
            <a:rPr lang="pt-BR"/>
            <a:t> Garantir que o sistema seja utilizável pelo maior número possível de pessoas, independentemente de suas capacidades.</a:t>
          </a:r>
          <a:endParaRPr lang="en-US"/>
        </a:p>
      </dgm:t>
    </dgm:pt>
    <dgm:pt modelId="{F409C915-7C40-4963-A7ED-93E74E2C6773}" type="parTrans" cxnId="{1E984633-1C92-4B9B-BA18-C4358330CA15}">
      <dgm:prSet/>
      <dgm:spPr/>
      <dgm:t>
        <a:bodyPr/>
        <a:lstStyle/>
        <a:p>
          <a:endParaRPr lang="en-US"/>
        </a:p>
      </dgm:t>
    </dgm:pt>
    <dgm:pt modelId="{3B0DF44A-7D3B-4F12-BDE2-67B8C548E864}" type="sibTrans" cxnId="{1E984633-1C92-4B9B-BA18-C4358330CA15}">
      <dgm:prSet/>
      <dgm:spPr/>
      <dgm:t>
        <a:bodyPr/>
        <a:lstStyle/>
        <a:p>
          <a:endParaRPr lang="en-US"/>
        </a:p>
      </dgm:t>
    </dgm:pt>
    <dgm:pt modelId="{7C143FC4-5BD6-49C8-BAA0-1FEAAEFF7B3F}">
      <dgm:prSet/>
      <dgm:spPr/>
      <dgm:t>
        <a:bodyPr/>
        <a:lstStyle/>
        <a:p>
          <a:r>
            <a:rPr lang="pt-BR" b="1"/>
            <a:t>Princípios P.O.U.R:</a:t>
          </a:r>
          <a:endParaRPr lang="en-US"/>
        </a:p>
      </dgm:t>
    </dgm:pt>
    <dgm:pt modelId="{005B6D88-C6F6-4A70-A477-EBE89AFCA4FB}" type="parTrans" cxnId="{E6700407-F01C-4BFB-817E-91D8B2CA40C9}">
      <dgm:prSet/>
      <dgm:spPr/>
      <dgm:t>
        <a:bodyPr/>
        <a:lstStyle/>
        <a:p>
          <a:endParaRPr lang="en-US"/>
        </a:p>
      </dgm:t>
    </dgm:pt>
    <dgm:pt modelId="{0005DD75-ADD3-4DF7-AC2B-3656F76F0BF8}" type="sibTrans" cxnId="{E6700407-F01C-4BFB-817E-91D8B2CA40C9}">
      <dgm:prSet/>
      <dgm:spPr/>
      <dgm:t>
        <a:bodyPr/>
        <a:lstStyle/>
        <a:p>
          <a:endParaRPr lang="en-US"/>
        </a:p>
      </dgm:t>
    </dgm:pt>
    <dgm:pt modelId="{306CC811-960D-422E-B965-54E1492AE1DA}">
      <dgm:prSet/>
      <dgm:spPr/>
      <dgm:t>
        <a:bodyPr/>
        <a:lstStyle/>
        <a:p>
          <a:r>
            <a:rPr lang="pt-BR"/>
            <a:t>Perceptível (Informação deve ser sentida).</a:t>
          </a:r>
          <a:endParaRPr lang="en-US"/>
        </a:p>
      </dgm:t>
    </dgm:pt>
    <dgm:pt modelId="{4C5D44F1-EE3C-45F9-BF94-5155A262B8D6}" type="parTrans" cxnId="{56BA6447-55EE-4E2A-8E5D-E3A5F8275C70}">
      <dgm:prSet/>
      <dgm:spPr/>
      <dgm:t>
        <a:bodyPr/>
        <a:lstStyle/>
        <a:p>
          <a:endParaRPr lang="en-US"/>
        </a:p>
      </dgm:t>
    </dgm:pt>
    <dgm:pt modelId="{23C99B62-DED3-4626-9AD9-58FF0A883063}" type="sibTrans" cxnId="{56BA6447-55EE-4E2A-8E5D-E3A5F8275C70}">
      <dgm:prSet/>
      <dgm:spPr/>
      <dgm:t>
        <a:bodyPr/>
        <a:lstStyle/>
        <a:p>
          <a:endParaRPr lang="en-US"/>
        </a:p>
      </dgm:t>
    </dgm:pt>
    <dgm:pt modelId="{EE87EE51-5161-4821-AB59-4CAEA5825F54}">
      <dgm:prSet/>
      <dgm:spPr/>
      <dgm:t>
        <a:bodyPr/>
        <a:lstStyle/>
        <a:p>
          <a:r>
            <a:rPr lang="pt-BR"/>
            <a:t>Operável (Interface deve ser navegável).</a:t>
          </a:r>
          <a:endParaRPr lang="en-US"/>
        </a:p>
      </dgm:t>
    </dgm:pt>
    <dgm:pt modelId="{3C8E4C9B-4F8B-4946-ACC4-5E1E09B3E507}" type="parTrans" cxnId="{1A3F434C-12D8-4739-B49D-7CC1EC321900}">
      <dgm:prSet/>
      <dgm:spPr/>
      <dgm:t>
        <a:bodyPr/>
        <a:lstStyle/>
        <a:p>
          <a:endParaRPr lang="en-US"/>
        </a:p>
      </dgm:t>
    </dgm:pt>
    <dgm:pt modelId="{054762D9-8EC2-47AA-8861-1AF71CEF8D34}" type="sibTrans" cxnId="{1A3F434C-12D8-4739-B49D-7CC1EC321900}">
      <dgm:prSet/>
      <dgm:spPr/>
      <dgm:t>
        <a:bodyPr/>
        <a:lstStyle/>
        <a:p>
          <a:endParaRPr lang="en-US"/>
        </a:p>
      </dgm:t>
    </dgm:pt>
    <dgm:pt modelId="{9DDCC7CC-3BF6-446C-BE7C-AC2E920D79A4}">
      <dgm:prSet/>
      <dgm:spPr/>
      <dgm:t>
        <a:bodyPr/>
        <a:lstStyle/>
        <a:p>
          <a:r>
            <a:rPr lang="pt-BR"/>
            <a:t>Understandable (Compreensível).</a:t>
          </a:r>
          <a:endParaRPr lang="en-US"/>
        </a:p>
      </dgm:t>
    </dgm:pt>
    <dgm:pt modelId="{091E750B-C7CA-429B-BDF5-F03DD9CC2994}" type="parTrans" cxnId="{309854F8-C01E-40EC-B35B-95E9C5FE0392}">
      <dgm:prSet/>
      <dgm:spPr/>
      <dgm:t>
        <a:bodyPr/>
        <a:lstStyle/>
        <a:p>
          <a:endParaRPr lang="en-US"/>
        </a:p>
      </dgm:t>
    </dgm:pt>
    <dgm:pt modelId="{DC6DE568-1960-46F6-9A3A-406672F558AD}" type="sibTrans" cxnId="{309854F8-C01E-40EC-B35B-95E9C5FE0392}">
      <dgm:prSet/>
      <dgm:spPr/>
      <dgm:t>
        <a:bodyPr/>
        <a:lstStyle/>
        <a:p>
          <a:endParaRPr lang="en-US"/>
        </a:p>
      </dgm:t>
    </dgm:pt>
    <dgm:pt modelId="{4475834B-F274-43B0-A3EA-71C38593122C}">
      <dgm:prSet/>
      <dgm:spPr/>
      <dgm:t>
        <a:bodyPr/>
        <a:lstStyle/>
        <a:p>
          <a:r>
            <a:rPr lang="pt-BR"/>
            <a:t>Robusto (Funciona em diversas tecnologias assistivas).</a:t>
          </a:r>
          <a:endParaRPr lang="en-US"/>
        </a:p>
      </dgm:t>
    </dgm:pt>
    <dgm:pt modelId="{86D805AF-1072-4A59-99C2-737AFABEF0CA}" type="parTrans" cxnId="{ECD61D62-4CB0-4305-A531-E231197AA3F9}">
      <dgm:prSet/>
      <dgm:spPr/>
      <dgm:t>
        <a:bodyPr/>
        <a:lstStyle/>
        <a:p>
          <a:endParaRPr lang="en-US"/>
        </a:p>
      </dgm:t>
    </dgm:pt>
    <dgm:pt modelId="{8138AB9D-1A23-4264-857B-571A43E78F45}" type="sibTrans" cxnId="{ECD61D62-4CB0-4305-A531-E231197AA3F9}">
      <dgm:prSet/>
      <dgm:spPr/>
      <dgm:t>
        <a:bodyPr/>
        <a:lstStyle/>
        <a:p>
          <a:endParaRPr lang="en-US"/>
        </a:p>
      </dgm:t>
    </dgm:pt>
    <dgm:pt modelId="{9CC56F0F-56D0-4F40-826F-B9C6E5753184}" type="pres">
      <dgm:prSet presAssocID="{62922BA2-151C-4647-B257-00A6D193B77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28AAAB8-91BD-43B5-9D2F-EE7129BDA30D}" type="pres">
      <dgm:prSet presAssocID="{180931E2-EF5A-485A-B8AC-4A35FD6D8D16}" presName="root1" presStyleCnt="0"/>
      <dgm:spPr/>
    </dgm:pt>
    <dgm:pt modelId="{58A95340-ABCC-4FF6-BDA5-9B41B1CED748}" type="pres">
      <dgm:prSet presAssocID="{180931E2-EF5A-485A-B8AC-4A35FD6D8D16}" presName="LevelOneTextNode" presStyleLbl="node0" presStyleIdx="0" presStyleCnt="2">
        <dgm:presLayoutVars>
          <dgm:chPref val="3"/>
        </dgm:presLayoutVars>
      </dgm:prSet>
      <dgm:spPr/>
    </dgm:pt>
    <dgm:pt modelId="{70130647-98D8-4A38-8D85-4A76D205534F}" type="pres">
      <dgm:prSet presAssocID="{180931E2-EF5A-485A-B8AC-4A35FD6D8D16}" presName="level2hierChild" presStyleCnt="0"/>
      <dgm:spPr/>
    </dgm:pt>
    <dgm:pt modelId="{CADE46B9-8049-40D5-B4EE-5B6E931D54BB}" type="pres">
      <dgm:prSet presAssocID="{7C143FC4-5BD6-49C8-BAA0-1FEAAEFF7B3F}" presName="root1" presStyleCnt="0"/>
      <dgm:spPr/>
    </dgm:pt>
    <dgm:pt modelId="{0F783D0C-BE02-4915-9DC3-38E9F39855DA}" type="pres">
      <dgm:prSet presAssocID="{7C143FC4-5BD6-49C8-BAA0-1FEAAEFF7B3F}" presName="LevelOneTextNode" presStyleLbl="node0" presStyleIdx="1" presStyleCnt="2">
        <dgm:presLayoutVars>
          <dgm:chPref val="3"/>
        </dgm:presLayoutVars>
      </dgm:prSet>
      <dgm:spPr/>
    </dgm:pt>
    <dgm:pt modelId="{A9174B85-8D33-4CBE-82DA-BD1AFDFB455A}" type="pres">
      <dgm:prSet presAssocID="{7C143FC4-5BD6-49C8-BAA0-1FEAAEFF7B3F}" presName="level2hierChild" presStyleCnt="0"/>
      <dgm:spPr/>
    </dgm:pt>
    <dgm:pt modelId="{FCBB56A0-604B-46B2-A6CC-D813621C6D80}" type="pres">
      <dgm:prSet presAssocID="{4C5D44F1-EE3C-45F9-BF94-5155A262B8D6}" presName="conn2-1" presStyleLbl="parChTrans1D2" presStyleIdx="0" presStyleCnt="4"/>
      <dgm:spPr/>
    </dgm:pt>
    <dgm:pt modelId="{18119F38-5968-45E1-A3C1-8ADD2BF8762A}" type="pres">
      <dgm:prSet presAssocID="{4C5D44F1-EE3C-45F9-BF94-5155A262B8D6}" presName="connTx" presStyleLbl="parChTrans1D2" presStyleIdx="0" presStyleCnt="4"/>
      <dgm:spPr/>
    </dgm:pt>
    <dgm:pt modelId="{E811092F-5D96-4CE5-ABED-F93353C441C6}" type="pres">
      <dgm:prSet presAssocID="{306CC811-960D-422E-B965-54E1492AE1DA}" presName="root2" presStyleCnt="0"/>
      <dgm:spPr/>
    </dgm:pt>
    <dgm:pt modelId="{AFACCE60-3FB3-4991-8A5A-9A85C22ADBF5}" type="pres">
      <dgm:prSet presAssocID="{306CC811-960D-422E-B965-54E1492AE1DA}" presName="LevelTwoTextNode" presStyleLbl="node2" presStyleIdx="0" presStyleCnt="4">
        <dgm:presLayoutVars>
          <dgm:chPref val="3"/>
        </dgm:presLayoutVars>
      </dgm:prSet>
      <dgm:spPr/>
    </dgm:pt>
    <dgm:pt modelId="{B1507F22-79F3-4487-94B0-1582ACC29BEC}" type="pres">
      <dgm:prSet presAssocID="{306CC811-960D-422E-B965-54E1492AE1DA}" presName="level3hierChild" presStyleCnt="0"/>
      <dgm:spPr/>
    </dgm:pt>
    <dgm:pt modelId="{66BDAFAA-0A73-47CF-98D7-6E75DAC965BE}" type="pres">
      <dgm:prSet presAssocID="{3C8E4C9B-4F8B-4946-ACC4-5E1E09B3E507}" presName="conn2-1" presStyleLbl="parChTrans1D2" presStyleIdx="1" presStyleCnt="4"/>
      <dgm:spPr/>
    </dgm:pt>
    <dgm:pt modelId="{D9E78CE0-182E-4FB0-BEEB-D5E19D29EBA1}" type="pres">
      <dgm:prSet presAssocID="{3C8E4C9B-4F8B-4946-ACC4-5E1E09B3E507}" presName="connTx" presStyleLbl="parChTrans1D2" presStyleIdx="1" presStyleCnt="4"/>
      <dgm:spPr/>
    </dgm:pt>
    <dgm:pt modelId="{6B6F990A-AA03-48F2-8EAF-4EA72E122A2F}" type="pres">
      <dgm:prSet presAssocID="{EE87EE51-5161-4821-AB59-4CAEA5825F54}" presName="root2" presStyleCnt="0"/>
      <dgm:spPr/>
    </dgm:pt>
    <dgm:pt modelId="{8E61CFF5-886B-49B6-96E6-DF275218B416}" type="pres">
      <dgm:prSet presAssocID="{EE87EE51-5161-4821-AB59-4CAEA5825F54}" presName="LevelTwoTextNode" presStyleLbl="node2" presStyleIdx="1" presStyleCnt="4">
        <dgm:presLayoutVars>
          <dgm:chPref val="3"/>
        </dgm:presLayoutVars>
      </dgm:prSet>
      <dgm:spPr/>
    </dgm:pt>
    <dgm:pt modelId="{7F893BE9-EF59-4727-8CA4-CC77291F78C1}" type="pres">
      <dgm:prSet presAssocID="{EE87EE51-5161-4821-AB59-4CAEA5825F54}" presName="level3hierChild" presStyleCnt="0"/>
      <dgm:spPr/>
    </dgm:pt>
    <dgm:pt modelId="{B1ABD3A5-BBB7-4397-9BA2-C1088C566D43}" type="pres">
      <dgm:prSet presAssocID="{091E750B-C7CA-429B-BDF5-F03DD9CC2994}" presName="conn2-1" presStyleLbl="parChTrans1D2" presStyleIdx="2" presStyleCnt="4"/>
      <dgm:spPr/>
    </dgm:pt>
    <dgm:pt modelId="{4E5DF1A7-C45B-47C7-A4B2-2FE71C81AF0D}" type="pres">
      <dgm:prSet presAssocID="{091E750B-C7CA-429B-BDF5-F03DD9CC2994}" presName="connTx" presStyleLbl="parChTrans1D2" presStyleIdx="2" presStyleCnt="4"/>
      <dgm:spPr/>
    </dgm:pt>
    <dgm:pt modelId="{ACF66726-5C94-46E1-B667-6157F8E474B4}" type="pres">
      <dgm:prSet presAssocID="{9DDCC7CC-3BF6-446C-BE7C-AC2E920D79A4}" presName="root2" presStyleCnt="0"/>
      <dgm:spPr/>
    </dgm:pt>
    <dgm:pt modelId="{26F31327-3D60-4C14-B835-DC2C75042B6A}" type="pres">
      <dgm:prSet presAssocID="{9DDCC7CC-3BF6-446C-BE7C-AC2E920D79A4}" presName="LevelTwoTextNode" presStyleLbl="node2" presStyleIdx="2" presStyleCnt="4">
        <dgm:presLayoutVars>
          <dgm:chPref val="3"/>
        </dgm:presLayoutVars>
      </dgm:prSet>
      <dgm:spPr/>
    </dgm:pt>
    <dgm:pt modelId="{BBB261D2-A546-4206-97DE-0664A67D711E}" type="pres">
      <dgm:prSet presAssocID="{9DDCC7CC-3BF6-446C-BE7C-AC2E920D79A4}" presName="level3hierChild" presStyleCnt="0"/>
      <dgm:spPr/>
    </dgm:pt>
    <dgm:pt modelId="{BEF6B0B7-3C73-4F47-91F7-457F5B5C2E59}" type="pres">
      <dgm:prSet presAssocID="{86D805AF-1072-4A59-99C2-737AFABEF0CA}" presName="conn2-1" presStyleLbl="parChTrans1D2" presStyleIdx="3" presStyleCnt="4"/>
      <dgm:spPr/>
    </dgm:pt>
    <dgm:pt modelId="{485E417B-A693-4B80-85E5-2FF278727AAD}" type="pres">
      <dgm:prSet presAssocID="{86D805AF-1072-4A59-99C2-737AFABEF0CA}" presName="connTx" presStyleLbl="parChTrans1D2" presStyleIdx="3" presStyleCnt="4"/>
      <dgm:spPr/>
    </dgm:pt>
    <dgm:pt modelId="{C4D46197-AB8F-4442-B201-F1DEA4D19EE5}" type="pres">
      <dgm:prSet presAssocID="{4475834B-F274-43B0-A3EA-71C38593122C}" presName="root2" presStyleCnt="0"/>
      <dgm:spPr/>
    </dgm:pt>
    <dgm:pt modelId="{C1275D27-5BE7-4A99-AF89-F4277B197B15}" type="pres">
      <dgm:prSet presAssocID="{4475834B-F274-43B0-A3EA-71C38593122C}" presName="LevelTwoTextNode" presStyleLbl="node2" presStyleIdx="3" presStyleCnt="4">
        <dgm:presLayoutVars>
          <dgm:chPref val="3"/>
        </dgm:presLayoutVars>
      </dgm:prSet>
      <dgm:spPr/>
    </dgm:pt>
    <dgm:pt modelId="{760E1639-E0CB-4A7B-B590-0EBB331A8FF7}" type="pres">
      <dgm:prSet presAssocID="{4475834B-F274-43B0-A3EA-71C38593122C}" presName="level3hierChild" presStyleCnt="0"/>
      <dgm:spPr/>
    </dgm:pt>
  </dgm:ptLst>
  <dgm:cxnLst>
    <dgm:cxn modelId="{E6700407-F01C-4BFB-817E-91D8B2CA40C9}" srcId="{62922BA2-151C-4647-B257-00A6D193B77F}" destId="{7C143FC4-5BD6-49C8-BAA0-1FEAAEFF7B3F}" srcOrd="1" destOrd="0" parTransId="{005B6D88-C6F6-4A70-A477-EBE89AFCA4FB}" sibTransId="{0005DD75-ADD3-4DF7-AC2B-3656F76F0BF8}"/>
    <dgm:cxn modelId="{C66FC308-B70F-4C77-B385-DA8C4F8E09E0}" type="presOf" srcId="{3C8E4C9B-4F8B-4946-ACC4-5E1E09B3E507}" destId="{66BDAFAA-0A73-47CF-98D7-6E75DAC965BE}" srcOrd="0" destOrd="0" presId="urn:microsoft.com/office/officeart/2005/8/layout/hierarchy2"/>
    <dgm:cxn modelId="{D080CE13-7394-438A-8D4D-55A8CD125BA5}" type="presOf" srcId="{4C5D44F1-EE3C-45F9-BF94-5155A262B8D6}" destId="{18119F38-5968-45E1-A3C1-8ADD2BF8762A}" srcOrd="1" destOrd="0" presId="urn:microsoft.com/office/officeart/2005/8/layout/hierarchy2"/>
    <dgm:cxn modelId="{ED998114-6F09-4C3D-8B3C-B4182BA42229}" type="presOf" srcId="{86D805AF-1072-4A59-99C2-737AFABEF0CA}" destId="{485E417B-A693-4B80-85E5-2FF278727AAD}" srcOrd="1" destOrd="0" presId="urn:microsoft.com/office/officeart/2005/8/layout/hierarchy2"/>
    <dgm:cxn modelId="{484B261B-156B-4AC5-8CDD-10C75F5A5D70}" type="presOf" srcId="{9DDCC7CC-3BF6-446C-BE7C-AC2E920D79A4}" destId="{26F31327-3D60-4C14-B835-DC2C75042B6A}" srcOrd="0" destOrd="0" presId="urn:microsoft.com/office/officeart/2005/8/layout/hierarchy2"/>
    <dgm:cxn modelId="{9B06661E-1239-4652-AECF-E7F7D187326C}" type="presOf" srcId="{4C5D44F1-EE3C-45F9-BF94-5155A262B8D6}" destId="{FCBB56A0-604B-46B2-A6CC-D813621C6D80}" srcOrd="0" destOrd="0" presId="urn:microsoft.com/office/officeart/2005/8/layout/hierarchy2"/>
    <dgm:cxn modelId="{8EAF6A21-CF48-4120-9A79-25EA12D47BDD}" type="presOf" srcId="{7C143FC4-5BD6-49C8-BAA0-1FEAAEFF7B3F}" destId="{0F783D0C-BE02-4915-9DC3-38E9F39855DA}" srcOrd="0" destOrd="0" presId="urn:microsoft.com/office/officeart/2005/8/layout/hierarchy2"/>
    <dgm:cxn modelId="{1E984633-1C92-4B9B-BA18-C4358330CA15}" srcId="{62922BA2-151C-4647-B257-00A6D193B77F}" destId="{180931E2-EF5A-485A-B8AC-4A35FD6D8D16}" srcOrd="0" destOrd="0" parTransId="{F409C915-7C40-4963-A7ED-93E74E2C6773}" sibTransId="{3B0DF44A-7D3B-4F12-BDE2-67B8C548E864}"/>
    <dgm:cxn modelId="{B523D435-785A-436F-AEF5-31112D2604AB}" type="presOf" srcId="{180931E2-EF5A-485A-B8AC-4A35FD6D8D16}" destId="{58A95340-ABCC-4FF6-BDA5-9B41B1CED748}" srcOrd="0" destOrd="0" presId="urn:microsoft.com/office/officeart/2005/8/layout/hierarchy2"/>
    <dgm:cxn modelId="{80598840-E2D4-4490-9155-246F12F7AC2D}" type="presOf" srcId="{4475834B-F274-43B0-A3EA-71C38593122C}" destId="{C1275D27-5BE7-4A99-AF89-F4277B197B15}" srcOrd="0" destOrd="0" presId="urn:microsoft.com/office/officeart/2005/8/layout/hierarchy2"/>
    <dgm:cxn modelId="{ECD61D62-4CB0-4305-A531-E231197AA3F9}" srcId="{7C143FC4-5BD6-49C8-BAA0-1FEAAEFF7B3F}" destId="{4475834B-F274-43B0-A3EA-71C38593122C}" srcOrd="3" destOrd="0" parTransId="{86D805AF-1072-4A59-99C2-737AFABEF0CA}" sibTransId="{8138AB9D-1A23-4264-857B-571A43E78F45}"/>
    <dgm:cxn modelId="{56BA6447-55EE-4E2A-8E5D-E3A5F8275C70}" srcId="{7C143FC4-5BD6-49C8-BAA0-1FEAAEFF7B3F}" destId="{306CC811-960D-422E-B965-54E1492AE1DA}" srcOrd="0" destOrd="0" parTransId="{4C5D44F1-EE3C-45F9-BF94-5155A262B8D6}" sibTransId="{23C99B62-DED3-4626-9AD9-58FF0A883063}"/>
    <dgm:cxn modelId="{1A3F434C-12D8-4739-B49D-7CC1EC321900}" srcId="{7C143FC4-5BD6-49C8-BAA0-1FEAAEFF7B3F}" destId="{EE87EE51-5161-4821-AB59-4CAEA5825F54}" srcOrd="1" destOrd="0" parTransId="{3C8E4C9B-4F8B-4946-ACC4-5E1E09B3E507}" sibTransId="{054762D9-8EC2-47AA-8861-1AF71CEF8D34}"/>
    <dgm:cxn modelId="{3FE8BD57-B9F0-44DF-87BB-8BC5964DB758}" type="presOf" srcId="{3C8E4C9B-4F8B-4946-ACC4-5E1E09B3E507}" destId="{D9E78CE0-182E-4FB0-BEEB-D5E19D29EBA1}" srcOrd="1" destOrd="0" presId="urn:microsoft.com/office/officeart/2005/8/layout/hierarchy2"/>
    <dgm:cxn modelId="{8350267F-C49A-432F-8325-322DEF39C10E}" type="presOf" srcId="{86D805AF-1072-4A59-99C2-737AFABEF0CA}" destId="{BEF6B0B7-3C73-4F47-91F7-457F5B5C2E59}" srcOrd="0" destOrd="0" presId="urn:microsoft.com/office/officeart/2005/8/layout/hierarchy2"/>
    <dgm:cxn modelId="{743C5595-6EAF-4347-8F5E-36FB3163EB19}" type="presOf" srcId="{091E750B-C7CA-429B-BDF5-F03DD9CC2994}" destId="{B1ABD3A5-BBB7-4397-9BA2-C1088C566D43}" srcOrd="0" destOrd="0" presId="urn:microsoft.com/office/officeart/2005/8/layout/hierarchy2"/>
    <dgm:cxn modelId="{446D44A0-EB69-4BE3-904E-137310B0500F}" type="presOf" srcId="{62922BA2-151C-4647-B257-00A6D193B77F}" destId="{9CC56F0F-56D0-4F40-826F-B9C6E5753184}" srcOrd="0" destOrd="0" presId="urn:microsoft.com/office/officeart/2005/8/layout/hierarchy2"/>
    <dgm:cxn modelId="{1B82BBBE-148D-4E7B-90BE-CEA4F4CF206F}" type="presOf" srcId="{306CC811-960D-422E-B965-54E1492AE1DA}" destId="{AFACCE60-3FB3-4991-8A5A-9A85C22ADBF5}" srcOrd="0" destOrd="0" presId="urn:microsoft.com/office/officeart/2005/8/layout/hierarchy2"/>
    <dgm:cxn modelId="{1846ECD8-3C58-437F-B562-1DDC9565746B}" type="presOf" srcId="{091E750B-C7CA-429B-BDF5-F03DD9CC2994}" destId="{4E5DF1A7-C45B-47C7-A4B2-2FE71C81AF0D}" srcOrd="1" destOrd="0" presId="urn:microsoft.com/office/officeart/2005/8/layout/hierarchy2"/>
    <dgm:cxn modelId="{959C1CE8-D297-4227-AA6C-63B996A6B501}" type="presOf" srcId="{EE87EE51-5161-4821-AB59-4CAEA5825F54}" destId="{8E61CFF5-886B-49B6-96E6-DF275218B416}" srcOrd="0" destOrd="0" presId="urn:microsoft.com/office/officeart/2005/8/layout/hierarchy2"/>
    <dgm:cxn modelId="{309854F8-C01E-40EC-B35B-95E9C5FE0392}" srcId="{7C143FC4-5BD6-49C8-BAA0-1FEAAEFF7B3F}" destId="{9DDCC7CC-3BF6-446C-BE7C-AC2E920D79A4}" srcOrd="2" destOrd="0" parTransId="{091E750B-C7CA-429B-BDF5-F03DD9CC2994}" sibTransId="{DC6DE568-1960-46F6-9A3A-406672F558AD}"/>
    <dgm:cxn modelId="{83050DFF-3AB3-4055-85A4-02BD23B552D6}" type="presParOf" srcId="{9CC56F0F-56D0-4F40-826F-B9C6E5753184}" destId="{E28AAAB8-91BD-43B5-9D2F-EE7129BDA30D}" srcOrd="0" destOrd="0" presId="urn:microsoft.com/office/officeart/2005/8/layout/hierarchy2"/>
    <dgm:cxn modelId="{5FD84518-18AC-4A41-9071-E5039BAD4A34}" type="presParOf" srcId="{E28AAAB8-91BD-43B5-9D2F-EE7129BDA30D}" destId="{58A95340-ABCC-4FF6-BDA5-9B41B1CED748}" srcOrd="0" destOrd="0" presId="urn:microsoft.com/office/officeart/2005/8/layout/hierarchy2"/>
    <dgm:cxn modelId="{964A138F-A3A5-4D7A-B422-E3E6F563C1EC}" type="presParOf" srcId="{E28AAAB8-91BD-43B5-9D2F-EE7129BDA30D}" destId="{70130647-98D8-4A38-8D85-4A76D205534F}" srcOrd="1" destOrd="0" presId="urn:microsoft.com/office/officeart/2005/8/layout/hierarchy2"/>
    <dgm:cxn modelId="{48F904A5-6891-436A-B152-CEFD7DA26E54}" type="presParOf" srcId="{9CC56F0F-56D0-4F40-826F-B9C6E5753184}" destId="{CADE46B9-8049-40D5-B4EE-5B6E931D54BB}" srcOrd="1" destOrd="0" presId="urn:microsoft.com/office/officeart/2005/8/layout/hierarchy2"/>
    <dgm:cxn modelId="{832E8852-8A34-4946-9265-3EC9C6BAC91B}" type="presParOf" srcId="{CADE46B9-8049-40D5-B4EE-5B6E931D54BB}" destId="{0F783D0C-BE02-4915-9DC3-38E9F39855DA}" srcOrd="0" destOrd="0" presId="urn:microsoft.com/office/officeart/2005/8/layout/hierarchy2"/>
    <dgm:cxn modelId="{10270C53-EA80-42C1-8DDD-55E5C4C34EB0}" type="presParOf" srcId="{CADE46B9-8049-40D5-B4EE-5B6E931D54BB}" destId="{A9174B85-8D33-4CBE-82DA-BD1AFDFB455A}" srcOrd="1" destOrd="0" presId="urn:microsoft.com/office/officeart/2005/8/layout/hierarchy2"/>
    <dgm:cxn modelId="{EB61BB6F-5B8C-4052-82FD-F352D0BE041F}" type="presParOf" srcId="{A9174B85-8D33-4CBE-82DA-BD1AFDFB455A}" destId="{FCBB56A0-604B-46B2-A6CC-D813621C6D80}" srcOrd="0" destOrd="0" presId="urn:microsoft.com/office/officeart/2005/8/layout/hierarchy2"/>
    <dgm:cxn modelId="{3EBEA687-5AEF-4777-B396-1E4AD564167D}" type="presParOf" srcId="{FCBB56A0-604B-46B2-A6CC-D813621C6D80}" destId="{18119F38-5968-45E1-A3C1-8ADD2BF8762A}" srcOrd="0" destOrd="0" presId="urn:microsoft.com/office/officeart/2005/8/layout/hierarchy2"/>
    <dgm:cxn modelId="{6D577BB8-DFDF-4A76-8C46-CD83361AEC8C}" type="presParOf" srcId="{A9174B85-8D33-4CBE-82DA-BD1AFDFB455A}" destId="{E811092F-5D96-4CE5-ABED-F93353C441C6}" srcOrd="1" destOrd="0" presId="urn:microsoft.com/office/officeart/2005/8/layout/hierarchy2"/>
    <dgm:cxn modelId="{94186A43-5B75-4B99-BDF8-17455FE410AF}" type="presParOf" srcId="{E811092F-5D96-4CE5-ABED-F93353C441C6}" destId="{AFACCE60-3FB3-4991-8A5A-9A85C22ADBF5}" srcOrd="0" destOrd="0" presId="urn:microsoft.com/office/officeart/2005/8/layout/hierarchy2"/>
    <dgm:cxn modelId="{FF1D9A0C-9327-41FA-9FBD-82B7447122DE}" type="presParOf" srcId="{E811092F-5D96-4CE5-ABED-F93353C441C6}" destId="{B1507F22-79F3-4487-94B0-1582ACC29BEC}" srcOrd="1" destOrd="0" presId="urn:microsoft.com/office/officeart/2005/8/layout/hierarchy2"/>
    <dgm:cxn modelId="{9A1545DA-A7B0-4EBB-A0B8-483F011D744D}" type="presParOf" srcId="{A9174B85-8D33-4CBE-82DA-BD1AFDFB455A}" destId="{66BDAFAA-0A73-47CF-98D7-6E75DAC965BE}" srcOrd="2" destOrd="0" presId="urn:microsoft.com/office/officeart/2005/8/layout/hierarchy2"/>
    <dgm:cxn modelId="{BBC9FD6B-EF73-4D90-9FF5-28C4D269C252}" type="presParOf" srcId="{66BDAFAA-0A73-47CF-98D7-6E75DAC965BE}" destId="{D9E78CE0-182E-4FB0-BEEB-D5E19D29EBA1}" srcOrd="0" destOrd="0" presId="urn:microsoft.com/office/officeart/2005/8/layout/hierarchy2"/>
    <dgm:cxn modelId="{8C03FFB8-53B9-4889-B07C-A53525402FED}" type="presParOf" srcId="{A9174B85-8D33-4CBE-82DA-BD1AFDFB455A}" destId="{6B6F990A-AA03-48F2-8EAF-4EA72E122A2F}" srcOrd="3" destOrd="0" presId="urn:microsoft.com/office/officeart/2005/8/layout/hierarchy2"/>
    <dgm:cxn modelId="{40911193-9A38-4D56-BF34-18332AC572A4}" type="presParOf" srcId="{6B6F990A-AA03-48F2-8EAF-4EA72E122A2F}" destId="{8E61CFF5-886B-49B6-96E6-DF275218B416}" srcOrd="0" destOrd="0" presId="urn:microsoft.com/office/officeart/2005/8/layout/hierarchy2"/>
    <dgm:cxn modelId="{F3C344FF-984A-41A6-BBFC-A72B85B3849E}" type="presParOf" srcId="{6B6F990A-AA03-48F2-8EAF-4EA72E122A2F}" destId="{7F893BE9-EF59-4727-8CA4-CC77291F78C1}" srcOrd="1" destOrd="0" presId="urn:microsoft.com/office/officeart/2005/8/layout/hierarchy2"/>
    <dgm:cxn modelId="{C4F2E614-6460-4FF5-8D10-B70B24A31C9A}" type="presParOf" srcId="{A9174B85-8D33-4CBE-82DA-BD1AFDFB455A}" destId="{B1ABD3A5-BBB7-4397-9BA2-C1088C566D43}" srcOrd="4" destOrd="0" presId="urn:microsoft.com/office/officeart/2005/8/layout/hierarchy2"/>
    <dgm:cxn modelId="{A3E86ADC-E99A-4837-88BB-EFC8E8BA0F49}" type="presParOf" srcId="{B1ABD3A5-BBB7-4397-9BA2-C1088C566D43}" destId="{4E5DF1A7-C45B-47C7-A4B2-2FE71C81AF0D}" srcOrd="0" destOrd="0" presId="urn:microsoft.com/office/officeart/2005/8/layout/hierarchy2"/>
    <dgm:cxn modelId="{977B8B7B-0900-46B4-8A03-7EAE3062BA9D}" type="presParOf" srcId="{A9174B85-8D33-4CBE-82DA-BD1AFDFB455A}" destId="{ACF66726-5C94-46E1-B667-6157F8E474B4}" srcOrd="5" destOrd="0" presId="urn:microsoft.com/office/officeart/2005/8/layout/hierarchy2"/>
    <dgm:cxn modelId="{1623CCEE-7CFD-45EB-82DE-1E844AECAB37}" type="presParOf" srcId="{ACF66726-5C94-46E1-B667-6157F8E474B4}" destId="{26F31327-3D60-4C14-B835-DC2C75042B6A}" srcOrd="0" destOrd="0" presId="urn:microsoft.com/office/officeart/2005/8/layout/hierarchy2"/>
    <dgm:cxn modelId="{632642D8-3E20-44B1-83EB-F9FF8AF83AA7}" type="presParOf" srcId="{ACF66726-5C94-46E1-B667-6157F8E474B4}" destId="{BBB261D2-A546-4206-97DE-0664A67D711E}" srcOrd="1" destOrd="0" presId="urn:microsoft.com/office/officeart/2005/8/layout/hierarchy2"/>
    <dgm:cxn modelId="{454D04CF-DBB9-4620-AF16-3F7B8B908811}" type="presParOf" srcId="{A9174B85-8D33-4CBE-82DA-BD1AFDFB455A}" destId="{BEF6B0B7-3C73-4F47-91F7-457F5B5C2E59}" srcOrd="6" destOrd="0" presId="urn:microsoft.com/office/officeart/2005/8/layout/hierarchy2"/>
    <dgm:cxn modelId="{5490166F-DFAD-4CC9-A01C-910790BE7633}" type="presParOf" srcId="{BEF6B0B7-3C73-4F47-91F7-457F5B5C2E59}" destId="{485E417B-A693-4B80-85E5-2FF278727AAD}" srcOrd="0" destOrd="0" presId="urn:microsoft.com/office/officeart/2005/8/layout/hierarchy2"/>
    <dgm:cxn modelId="{DE211076-8C18-46C0-A3CA-4DA2C0B9E6BC}" type="presParOf" srcId="{A9174B85-8D33-4CBE-82DA-BD1AFDFB455A}" destId="{C4D46197-AB8F-4442-B201-F1DEA4D19EE5}" srcOrd="7" destOrd="0" presId="urn:microsoft.com/office/officeart/2005/8/layout/hierarchy2"/>
    <dgm:cxn modelId="{7D04F8B9-1F40-441D-BE29-E54641625CC5}" type="presParOf" srcId="{C4D46197-AB8F-4442-B201-F1DEA4D19EE5}" destId="{C1275D27-5BE7-4A99-AF89-F4277B197B15}" srcOrd="0" destOrd="0" presId="urn:microsoft.com/office/officeart/2005/8/layout/hierarchy2"/>
    <dgm:cxn modelId="{D431C19F-4215-417A-BF96-C6034F02A2D6}" type="presParOf" srcId="{C4D46197-AB8F-4442-B201-F1DEA4D19EE5}" destId="{760E1639-E0CB-4A7B-B590-0EBB331A8FF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5994D5-C7A8-4680-9C6A-67EADD473CA1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9EA3A69-2F29-4ACF-A5F3-F7FAF5CCDBD2}">
      <dgm:prSet/>
      <dgm:spPr/>
      <dgm:t>
        <a:bodyPr/>
        <a:lstStyle/>
        <a:p>
          <a:r>
            <a:rPr lang="pt-BR" b="1"/>
            <a:t>O que são: </a:t>
          </a:r>
          <a:r>
            <a:rPr lang="pt-BR"/>
            <a:t>Regras gerais de design que resolvem a maioria dos problemas de usabilidade.</a:t>
          </a:r>
          <a:endParaRPr lang="en-US"/>
        </a:p>
      </dgm:t>
    </dgm:pt>
    <dgm:pt modelId="{D551F935-5C70-4665-8B9E-34E4BA14A736}" type="parTrans" cxnId="{E1551D81-E281-45BB-BD10-CADB6A141507}">
      <dgm:prSet/>
      <dgm:spPr/>
      <dgm:t>
        <a:bodyPr/>
        <a:lstStyle/>
        <a:p>
          <a:endParaRPr lang="en-US"/>
        </a:p>
      </dgm:t>
    </dgm:pt>
    <dgm:pt modelId="{19BCA689-7254-4399-8C47-766B417A1B83}" type="sibTrans" cxnId="{E1551D81-E281-45BB-BD10-CADB6A141507}">
      <dgm:prSet/>
      <dgm:spPr/>
      <dgm:t>
        <a:bodyPr/>
        <a:lstStyle/>
        <a:p>
          <a:endParaRPr lang="en-US"/>
        </a:p>
      </dgm:t>
    </dgm:pt>
    <dgm:pt modelId="{E425A1D6-6C87-4D41-BD87-2810F8893234}">
      <dgm:prSet/>
      <dgm:spPr/>
      <dgm:t>
        <a:bodyPr/>
        <a:lstStyle/>
        <a:p>
          <a:r>
            <a:rPr lang="pt-BR" b="1"/>
            <a:t>Destaques para o Quiz:</a:t>
          </a:r>
          <a:endParaRPr lang="en-US"/>
        </a:p>
      </dgm:t>
    </dgm:pt>
    <dgm:pt modelId="{05C9707A-67C8-4F8B-8086-4196697EEE3F}" type="parTrans" cxnId="{8CDDEB7E-5740-41DA-8D4F-D81E47E15F3B}">
      <dgm:prSet/>
      <dgm:spPr/>
      <dgm:t>
        <a:bodyPr/>
        <a:lstStyle/>
        <a:p>
          <a:endParaRPr lang="en-US"/>
        </a:p>
      </dgm:t>
    </dgm:pt>
    <dgm:pt modelId="{E3EB4531-5348-4F5E-86D7-103D9E8675ED}" type="sibTrans" cxnId="{8CDDEB7E-5740-41DA-8D4F-D81E47E15F3B}">
      <dgm:prSet/>
      <dgm:spPr/>
      <dgm:t>
        <a:bodyPr/>
        <a:lstStyle/>
        <a:p>
          <a:endParaRPr lang="en-US"/>
        </a:p>
      </dgm:t>
    </dgm:pt>
    <dgm:pt modelId="{7CBFDE67-DC3F-4A1F-A365-E0325864BA53}">
      <dgm:prSet/>
      <dgm:spPr/>
      <dgm:t>
        <a:bodyPr/>
        <a:lstStyle/>
        <a:p>
          <a:r>
            <a:rPr lang="pt-BR"/>
            <a:t>H2 - Mundo Real: Use termos do usuário (ex: termos jurídicos para advogados).</a:t>
          </a:r>
          <a:endParaRPr lang="en-US"/>
        </a:p>
      </dgm:t>
    </dgm:pt>
    <dgm:pt modelId="{541E63F7-D343-42CF-B1EA-0000CB5042F3}" type="parTrans" cxnId="{D210CAB8-A1BF-447A-926D-E88FE22E6851}">
      <dgm:prSet/>
      <dgm:spPr/>
      <dgm:t>
        <a:bodyPr/>
        <a:lstStyle/>
        <a:p>
          <a:endParaRPr lang="en-US"/>
        </a:p>
      </dgm:t>
    </dgm:pt>
    <dgm:pt modelId="{DB52F833-3AC8-4103-93DE-BBD9EE267DB9}" type="sibTrans" cxnId="{D210CAB8-A1BF-447A-926D-E88FE22E6851}">
      <dgm:prSet/>
      <dgm:spPr/>
      <dgm:t>
        <a:bodyPr/>
        <a:lstStyle/>
        <a:p>
          <a:endParaRPr lang="en-US"/>
        </a:p>
      </dgm:t>
    </dgm:pt>
    <dgm:pt modelId="{EE52982F-4E05-4DB1-BB5B-9DFF3FB7B472}">
      <dgm:prSet/>
      <dgm:spPr/>
      <dgm:t>
        <a:bodyPr/>
        <a:lstStyle/>
        <a:p>
          <a:r>
            <a:rPr lang="pt-BR"/>
            <a:t>H3 - Controle: Sempre ofereça uma "saída de emergência" (Desfazer).</a:t>
          </a:r>
          <a:endParaRPr lang="en-US"/>
        </a:p>
      </dgm:t>
    </dgm:pt>
    <dgm:pt modelId="{7895916A-CDBE-41CA-8632-C1D5157B9D7C}" type="parTrans" cxnId="{DBE01813-A4E2-4416-8BE9-5683A33922ED}">
      <dgm:prSet/>
      <dgm:spPr/>
      <dgm:t>
        <a:bodyPr/>
        <a:lstStyle/>
        <a:p>
          <a:endParaRPr lang="en-US"/>
        </a:p>
      </dgm:t>
    </dgm:pt>
    <dgm:pt modelId="{0D2B3D32-1FEB-4B19-A09D-B9BA2B5A8B73}" type="sibTrans" cxnId="{DBE01813-A4E2-4416-8BE9-5683A33922ED}">
      <dgm:prSet/>
      <dgm:spPr/>
      <dgm:t>
        <a:bodyPr/>
        <a:lstStyle/>
        <a:p>
          <a:endParaRPr lang="en-US"/>
        </a:p>
      </dgm:t>
    </dgm:pt>
    <dgm:pt modelId="{72D05867-A907-4017-9527-5580127B2E75}">
      <dgm:prSet/>
      <dgm:spPr/>
      <dgm:t>
        <a:bodyPr/>
        <a:lstStyle/>
        <a:p>
          <a:r>
            <a:rPr lang="pt-BR"/>
            <a:t>H4 - Consistência: Não mude o padrão visual sem motivo.</a:t>
          </a:r>
          <a:endParaRPr lang="en-US"/>
        </a:p>
      </dgm:t>
    </dgm:pt>
    <dgm:pt modelId="{F9A94DA3-200D-41D8-81BD-1B28979C1DBF}" type="parTrans" cxnId="{62243FDC-D390-456E-A1CA-0D73F8168596}">
      <dgm:prSet/>
      <dgm:spPr/>
      <dgm:t>
        <a:bodyPr/>
        <a:lstStyle/>
        <a:p>
          <a:endParaRPr lang="en-US"/>
        </a:p>
      </dgm:t>
    </dgm:pt>
    <dgm:pt modelId="{4EA5FA5C-A80B-4326-9FE8-084F740B11EA}" type="sibTrans" cxnId="{62243FDC-D390-456E-A1CA-0D73F8168596}">
      <dgm:prSet/>
      <dgm:spPr/>
      <dgm:t>
        <a:bodyPr/>
        <a:lstStyle/>
        <a:p>
          <a:endParaRPr lang="en-US"/>
        </a:p>
      </dgm:t>
    </dgm:pt>
    <dgm:pt modelId="{458CDA59-776B-424A-98E6-E08B06112AD1}">
      <dgm:prSet/>
      <dgm:spPr/>
      <dgm:t>
        <a:bodyPr/>
        <a:lstStyle/>
        <a:p>
          <a:r>
            <a:rPr lang="pt-BR"/>
            <a:t>H8 - Estética Minimalista: "Menos é mais" (Redução da carga cognitiva).</a:t>
          </a:r>
          <a:endParaRPr lang="en-US"/>
        </a:p>
      </dgm:t>
    </dgm:pt>
    <dgm:pt modelId="{BB50A422-EEA2-4D2B-8B47-3644C1B602E9}" type="parTrans" cxnId="{A5F7532A-4B8D-4E06-AC99-277FCA9E3D21}">
      <dgm:prSet/>
      <dgm:spPr/>
      <dgm:t>
        <a:bodyPr/>
        <a:lstStyle/>
        <a:p>
          <a:endParaRPr lang="en-US"/>
        </a:p>
      </dgm:t>
    </dgm:pt>
    <dgm:pt modelId="{4C0E34E3-FA82-4C0B-B782-C7A1A75A334B}" type="sibTrans" cxnId="{A5F7532A-4B8D-4E06-AC99-277FCA9E3D21}">
      <dgm:prSet/>
      <dgm:spPr/>
      <dgm:t>
        <a:bodyPr/>
        <a:lstStyle/>
        <a:p>
          <a:endParaRPr lang="en-US"/>
        </a:p>
      </dgm:t>
    </dgm:pt>
    <dgm:pt modelId="{57B35AF2-2791-43CD-83D0-2486FC2D4F9F}" type="pres">
      <dgm:prSet presAssocID="{C85994D5-C7A8-4680-9C6A-67EADD473CA1}" presName="Name0" presStyleCnt="0">
        <dgm:presLayoutVars>
          <dgm:dir/>
          <dgm:animLvl val="lvl"/>
          <dgm:resizeHandles val="exact"/>
        </dgm:presLayoutVars>
      </dgm:prSet>
      <dgm:spPr/>
    </dgm:pt>
    <dgm:pt modelId="{C7DCB7EB-7442-43A2-9D32-B12781F547C3}" type="pres">
      <dgm:prSet presAssocID="{E425A1D6-6C87-4D41-BD87-2810F8893234}" presName="boxAndChildren" presStyleCnt="0"/>
      <dgm:spPr/>
    </dgm:pt>
    <dgm:pt modelId="{C447B141-93C1-4C81-82AF-006500D32B38}" type="pres">
      <dgm:prSet presAssocID="{E425A1D6-6C87-4D41-BD87-2810F8893234}" presName="parentTextBox" presStyleLbl="node1" presStyleIdx="0" presStyleCnt="2"/>
      <dgm:spPr/>
    </dgm:pt>
    <dgm:pt modelId="{BE06996C-2ADE-4884-BF05-CC652872BD06}" type="pres">
      <dgm:prSet presAssocID="{E425A1D6-6C87-4D41-BD87-2810F8893234}" presName="entireBox" presStyleLbl="node1" presStyleIdx="0" presStyleCnt="2"/>
      <dgm:spPr/>
    </dgm:pt>
    <dgm:pt modelId="{68EE4630-6817-47BB-B159-FE72F168B9D7}" type="pres">
      <dgm:prSet presAssocID="{E425A1D6-6C87-4D41-BD87-2810F8893234}" presName="descendantBox" presStyleCnt="0"/>
      <dgm:spPr/>
    </dgm:pt>
    <dgm:pt modelId="{087B574F-5A37-4E08-8017-EB6214E18464}" type="pres">
      <dgm:prSet presAssocID="{7CBFDE67-DC3F-4A1F-A365-E0325864BA53}" presName="childTextBox" presStyleLbl="fgAccFollowNode1" presStyleIdx="0" presStyleCnt="4">
        <dgm:presLayoutVars>
          <dgm:bulletEnabled val="1"/>
        </dgm:presLayoutVars>
      </dgm:prSet>
      <dgm:spPr/>
    </dgm:pt>
    <dgm:pt modelId="{E0806610-6418-41E2-8797-FEE709837BF8}" type="pres">
      <dgm:prSet presAssocID="{EE52982F-4E05-4DB1-BB5B-9DFF3FB7B472}" presName="childTextBox" presStyleLbl="fgAccFollowNode1" presStyleIdx="1" presStyleCnt="4">
        <dgm:presLayoutVars>
          <dgm:bulletEnabled val="1"/>
        </dgm:presLayoutVars>
      </dgm:prSet>
      <dgm:spPr/>
    </dgm:pt>
    <dgm:pt modelId="{7ED511D4-B7D0-427C-AB4A-6608F162B026}" type="pres">
      <dgm:prSet presAssocID="{72D05867-A907-4017-9527-5580127B2E75}" presName="childTextBox" presStyleLbl="fgAccFollowNode1" presStyleIdx="2" presStyleCnt="4">
        <dgm:presLayoutVars>
          <dgm:bulletEnabled val="1"/>
        </dgm:presLayoutVars>
      </dgm:prSet>
      <dgm:spPr/>
    </dgm:pt>
    <dgm:pt modelId="{DFA19E33-EAD7-40FB-AC02-BFE3B70EDDA8}" type="pres">
      <dgm:prSet presAssocID="{458CDA59-776B-424A-98E6-E08B06112AD1}" presName="childTextBox" presStyleLbl="fgAccFollowNode1" presStyleIdx="3" presStyleCnt="4">
        <dgm:presLayoutVars>
          <dgm:bulletEnabled val="1"/>
        </dgm:presLayoutVars>
      </dgm:prSet>
      <dgm:spPr/>
    </dgm:pt>
    <dgm:pt modelId="{491073B4-397C-4AF2-99D4-FA8181C7754E}" type="pres">
      <dgm:prSet presAssocID="{19BCA689-7254-4399-8C47-766B417A1B83}" presName="sp" presStyleCnt="0"/>
      <dgm:spPr/>
    </dgm:pt>
    <dgm:pt modelId="{3DB62F09-79EA-4C09-98BE-CF86AC3753BA}" type="pres">
      <dgm:prSet presAssocID="{F9EA3A69-2F29-4ACF-A5F3-F7FAF5CCDBD2}" presName="arrowAndChildren" presStyleCnt="0"/>
      <dgm:spPr/>
    </dgm:pt>
    <dgm:pt modelId="{7B89A74C-500D-49C3-B699-CE3D941169D0}" type="pres">
      <dgm:prSet presAssocID="{F9EA3A69-2F29-4ACF-A5F3-F7FAF5CCDBD2}" presName="parentTextArrow" presStyleLbl="node1" presStyleIdx="1" presStyleCnt="2"/>
      <dgm:spPr/>
    </dgm:pt>
  </dgm:ptLst>
  <dgm:cxnLst>
    <dgm:cxn modelId="{8A45630C-BD85-4A3A-8778-AC2BB81E9859}" type="presOf" srcId="{F9EA3A69-2F29-4ACF-A5F3-F7FAF5CCDBD2}" destId="{7B89A74C-500D-49C3-B699-CE3D941169D0}" srcOrd="0" destOrd="0" presId="urn:microsoft.com/office/officeart/2005/8/layout/process4"/>
    <dgm:cxn modelId="{DBE01813-A4E2-4416-8BE9-5683A33922ED}" srcId="{E425A1D6-6C87-4D41-BD87-2810F8893234}" destId="{EE52982F-4E05-4DB1-BB5B-9DFF3FB7B472}" srcOrd="1" destOrd="0" parTransId="{7895916A-CDBE-41CA-8632-C1D5157B9D7C}" sibTransId="{0D2B3D32-1FEB-4B19-A09D-B9BA2B5A8B73}"/>
    <dgm:cxn modelId="{D21BA915-BAEA-4424-9C89-BA06E84C51A1}" type="presOf" srcId="{E425A1D6-6C87-4D41-BD87-2810F8893234}" destId="{C447B141-93C1-4C81-82AF-006500D32B38}" srcOrd="0" destOrd="0" presId="urn:microsoft.com/office/officeart/2005/8/layout/process4"/>
    <dgm:cxn modelId="{BCA48D17-2ADE-489C-9A9A-632C4049D127}" type="presOf" srcId="{7CBFDE67-DC3F-4A1F-A365-E0325864BA53}" destId="{087B574F-5A37-4E08-8017-EB6214E18464}" srcOrd="0" destOrd="0" presId="urn:microsoft.com/office/officeart/2005/8/layout/process4"/>
    <dgm:cxn modelId="{FB903828-D162-4B19-9B98-73C7494B3C32}" type="presOf" srcId="{E425A1D6-6C87-4D41-BD87-2810F8893234}" destId="{BE06996C-2ADE-4884-BF05-CC652872BD06}" srcOrd="1" destOrd="0" presId="urn:microsoft.com/office/officeart/2005/8/layout/process4"/>
    <dgm:cxn modelId="{A5F7532A-4B8D-4E06-AC99-277FCA9E3D21}" srcId="{E425A1D6-6C87-4D41-BD87-2810F8893234}" destId="{458CDA59-776B-424A-98E6-E08B06112AD1}" srcOrd="3" destOrd="0" parTransId="{BB50A422-EEA2-4D2B-8B47-3644C1B602E9}" sibTransId="{4C0E34E3-FA82-4C0B-B782-C7A1A75A334B}"/>
    <dgm:cxn modelId="{78E1412C-F0E7-49CC-BF91-635AAFEAE9C4}" type="presOf" srcId="{458CDA59-776B-424A-98E6-E08B06112AD1}" destId="{DFA19E33-EAD7-40FB-AC02-BFE3B70EDDA8}" srcOrd="0" destOrd="0" presId="urn:microsoft.com/office/officeart/2005/8/layout/process4"/>
    <dgm:cxn modelId="{E5D03252-BB93-4C15-BF0C-C5484787246A}" type="presOf" srcId="{C85994D5-C7A8-4680-9C6A-67EADD473CA1}" destId="{57B35AF2-2791-43CD-83D0-2486FC2D4F9F}" srcOrd="0" destOrd="0" presId="urn:microsoft.com/office/officeart/2005/8/layout/process4"/>
    <dgm:cxn modelId="{8CDDEB7E-5740-41DA-8D4F-D81E47E15F3B}" srcId="{C85994D5-C7A8-4680-9C6A-67EADD473CA1}" destId="{E425A1D6-6C87-4D41-BD87-2810F8893234}" srcOrd="1" destOrd="0" parTransId="{05C9707A-67C8-4F8B-8086-4196697EEE3F}" sibTransId="{E3EB4531-5348-4F5E-86D7-103D9E8675ED}"/>
    <dgm:cxn modelId="{E1551D81-E281-45BB-BD10-CADB6A141507}" srcId="{C85994D5-C7A8-4680-9C6A-67EADD473CA1}" destId="{F9EA3A69-2F29-4ACF-A5F3-F7FAF5CCDBD2}" srcOrd="0" destOrd="0" parTransId="{D551F935-5C70-4665-8B9E-34E4BA14A736}" sibTransId="{19BCA689-7254-4399-8C47-766B417A1B83}"/>
    <dgm:cxn modelId="{FE723794-31A8-45C3-8509-CE0D49016A30}" type="presOf" srcId="{72D05867-A907-4017-9527-5580127B2E75}" destId="{7ED511D4-B7D0-427C-AB4A-6608F162B026}" srcOrd="0" destOrd="0" presId="urn:microsoft.com/office/officeart/2005/8/layout/process4"/>
    <dgm:cxn modelId="{E658DE99-7B9E-43D8-836F-3C2C3D7621AE}" type="presOf" srcId="{EE52982F-4E05-4DB1-BB5B-9DFF3FB7B472}" destId="{E0806610-6418-41E2-8797-FEE709837BF8}" srcOrd="0" destOrd="0" presId="urn:microsoft.com/office/officeart/2005/8/layout/process4"/>
    <dgm:cxn modelId="{D210CAB8-A1BF-447A-926D-E88FE22E6851}" srcId="{E425A1D6-6C87-4D41-BD87-2810F8893234}" destId="{7CBFDE67-DC3F-4A1F-A365-E0325864BA53}" srcOrd="0" destOrd="0" parTransId="{541E63F7-D343-42CF-B1EA-0000CB5042F3}" sibTransId="{DB52F833-3AC8-4103-93DE-BBD9EE267DB9}"/>
    <dgm:cxn modelId="{62243FDC-D390-456E-A1CA-0D73F8168596}" srcId="{E425A1D6-6C87-4D41-BD87-2810F8893234}" destId="{72D05867-A907-4017-9527-5580127B2E75}" srcOrd="2" destOrd="0" parTransId="{F9A94DA3-200D-41D8-81BD-1B28979C1DBF}" sibTransId="{4EA5FA5C-A80B-4326-9FE8-084F740B11EA}"/>
    <dgm:cxn modelId="{114D37AD-B2F4-41C7-99A9-E5C013D308A3}" type="presParOf" srcId="{57B35AF2-2791-43CD-83D0-2486FC2D4F9F}" destId="{C7DCB7EB-7442-43A2-9D32-B12781F547C3}" srcOrd="0" destOrd="0" presId="urn:microsoft.com/office/officeart/2005/8/layout/process4"/>
    <dgm:cxn modelId="{16F6B319-BEBE-405F-AF62-BEC5FA335F21}" type="presParOf" srcId="{C7DCB7EB-7442-43A2-9D32-B12781F547C3}" destId="{C447B141-93C1-4C81-82AF-006500D32B38}" srcOrd="0" destOrd="0" presId="urn:microsoft.com/office/officeart/2005/8/layout/process4"/>
    <dgm:cxn modelId="{1E841E4E-3BAC-4D61-891B-B6021589EA68}" type="presParOf" srcId="{C7DCB7EB-7442-43A2-9D32-B12781F547C3}" destId="{BE06996C-2ADE-4884-BF05-CC652872BD06}" srcOrd="1" destOrd="0" presId="urn:microsoft.com/office/officeart/2005/8/layout/process4"/>
    <dgm:cxn modelId="{60B5ACC3-C447-42A8-A021-C86156930192}" type="presParOf" srcId="{C7DCB7EB-7442-43A2-9D32-B12781F547C3}" destId="{68EE4630-6817-47BB-B159-FE72F168B9D7}" srcOrd="2" destOrd="0" presId="urn:microsoft.com/office/officeart/2005/8/layout/process4"/>
    <dgm:cxn modelId="{57065EF3-14F0-4EDB-B2EA-D8AE016EFF4F}" type="presParOf" srcId="{68EE4630-6817-47BB-B159-FE72F168B9D7}" destId="{087B574F-5A37-4E08-8017-EB6214E18464}" srcOrd="0" destOrd="0" presId="urn:microsoft.com/office/officeart/2005/8/layout/process4"/>
    <dgm:cxn modelId="{EBB8C8E2-B375-4CE1-9AE3-183B1E9926FA}" type="presParOf" srcId="{68EE4630-6817-47BB-B159-FE72F168B9D7}" destId="{E0806610-6418-41E2-8797-FEE709837BF8}" srcOrd="1" destOrd="0" presId="urn:microsoft.com/office/officeart/2005/8/layout/process4"/>
    <dgm:cxn modelId="{CB5B8BE4-1046-412A-BCC6-5C2B1B19BDA3}" type="presParOf" srcId="{68EE4630-6817-47BB-B159-FE72F168B9D7}" destId="{7ED511D4-B7D0-427C-AB4A-6608F162B026}" srcOrd="2" destOrd="0" presId="urn:microsoft.com/office/officeart/2005/8/layout/process4"/>
    <dgm:cxn modelId="{7341B1AB-5067-4639-8799-C4DBD3D9D8A9}" type="presParOf" srcId="{68EE4630-6817-47BB-B159-FE72F168B9D7}" destId="{DFA19E33-EAD7-40FB-AC02-BFE3B70EDDA8}" srcOrd="3" destOrd="0" presId="urn:microsoft.com/office/officeart/2005/8/layout/process4"/>
    <dgm:cxn modelId="{369B6D7F-025B-4300-B7EC-E662E975A83B}" type="presParOf" srcId="{57B35AF2-2791-43CD-83D0-2486FC2D4F9F}" destId="{491073B4-397C-4AF2-99D4-FA8181C7754E}" srcOrd="1" destOrd="0" presId="urn:microsoft.com/office/officeart/2005/8/layout/process4"/>
    <dgm:cxn modelId="{33B112DB-0D83-48E8-A9EE-286419F38D24}" type="presParOf" srcId="{57B35AF2-2791-43CD-83D0-2486FC2D4F9F}" destId="{3DB62F09-79EA-4C09-98BE-CF86AC3753BA}" srcOrd="2" destOrd="0" presId="urn:microsoft.com/office/officeart/2005/8/layout/process4"/>
    <dgm:cxn modelId="{340A1492-19F4-4592-A50B-319C30007B8C}" type="presParOf" srcId="{3DB62F09-79EA-4C09-98BE-CF86AC3753BA}" destId="{7B89A74C-500D-49C3-B699-CE3D941169D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9798455-425D-4B15-81B8-CF9B6769D1F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46305F1-14F2-4604-9BE2-3947BA7EE2E5}">
      <dgm:prSet/>
      <dgm:spPr/>
      <dgm:t>
        <a:bodyPr/>
        <a:lstStyle/>
        <a:p>
          <a:r>
            <a:rPr lang="pt-BR" b="1"/>
            <a:t>O Ciclo: </a:t>
          </a:r>
          <a:r>
            <a:rPr lang="pt-BR"/>
            <a:t>Design -&gt; Protótipo -&gt; Avaliação.</a:t>
          </a:r>
          <a:endParaRPr lang="en-US"/>
        </a:p>
      </dgm:t>
    </dgm:pt>
    <dgm:pt modelId="{2F65AFBE-BE7A-40ED-832B-A7EE06356942}" type="parTrans" cxnId="{8914C7A8-4C92-43F1-AC1E-EA2CE8D516A9}">
      <dgm:prSet/>
      <dgm:spPr/>
      <dgm:t>
        <a:bodyPr/>
        <a:lstStyle/>
        <a:p>
          <a:endParaRPr lang="en-US"/>
        </a:p>
      </dgm:t>
    </dgm:pt>
    <dgm:pt modelId="{949488DA-7AF7-465F-AD43-E2585F083FAC}" type="sibTrans" cxnId="{8914C7A8-4C92-43F1-AC1E-EA2CE8D516A9}">
      <dgm:prSet/>
      <dgm:spPr/>
      <dgm:t>
        <a:bodyPr/>
        <a:lstStyle/>
        <a:p>
          <a:endParaRPr lang="en-US"/>
        </a:p>
      </dgm:t>
    </dgm:pt>
    <dgm:pt modelId="{17C6B2E3-3BFE-4F29-BA93-43AC2EF28FD5}">
      <dgm:prSet/>
      <dgm:spPr/>
      <dgm:t>
        <a:bodyPr/>
        <a:lstStyle/>
        <a:p>
          <a:r>
            <a:rPr lang="pt-BR" b="1"/>
            <a:t>Avaliação Heurística: </a:t>
          </a:r>
          <a:r>
            <a:rPr lang="pt-BR"/>
            <a:t>Método de inspeção feito por especialistas (como vocês hoje).</a:t>
          </a:r>
          <a:endParaRPr lang="en-US"/>
        </a:p>
      </dgm:t>
    </dgm:pt>
    <dgm:pt modelId="{009EF315-53AA-4282-87AF-4F0EDFCE501F}" type="parTrans" cxnId="{10FF18AB-66E7-4685-8616-3DEC4F0E5EFA}">
      <dgm:prSet/>
      <dgm:spPr/>
      <dgm:t>
        <a:bodyPr/>
        <a:lstStyle/>
        <a:p>
          <a:endParaRPr lang="en-US"/>
        </a:p>
      </dgm:t>
    </dgm:pt>
    <dgm:pt modelId="{299AF262-C118-467E-8BC5-1C912F1DAD5B}" type="sibTrans" cxnId="{10FF18AB-66E7-4685-8616-3DEC4F0E5EFA}">
      <dgm:prSet/>
      <dgm:spPr/>
      <dgm:t>
        <a:bodyPr/>
        <a:lstStyle/>
        <a:p>
          <a:endParaRPr lang="en-US"/>
        </a:p>
      </dgm:t>
    </dgm:pt>
    <dgm:pt modelId="{6EA30A73-A961-4DA8-947D-B8FE314878CE}">
      <dgm:prSet/>
      <dgm:spPr/>
      <dgm:t>
        <a:bodyPr/>
        <a:lstStyle/>
        <a:p>
          <a:r>
            <a:rPr lang="pt-BR" b="1"/>
            <a:t>Por que o Protótipo de Papel? </a:t>
          </a:r>
          <a:r>
            <a:rPr lang="pt-BR"/>
            <a:t>Permite errar rápido e barato. A resistência à mudança é menor quando o código ainda não foi escrito.</a:t>
          </a:r>
          <a:endParaRPr lang="en-US"/>
        </a:p>
      </dgm:t>
    </dgm:pt>
    <dgm:pt modelId="{04DE9F8A-94F1-4A61-96FE-4C28D252B70B}" type="parTrans" cxnId="{BA1A00AF-7768-4C8B-9B37-856F0C19CC4E}">
      <dgm:prSet/>
      <dgm:spPr/>
      <dgm:t>
        <a:bodyPr/>
        <a:lstStyle/>
        <a:p>
          <a:endParaRPr lang="en-US"/>
        </a:p>
      </dgm:t>
    </dgm:pt>
    <dgm:pt modelId="{312629CC-81F0-452F-900D-8C82F97F324C}" type="sibTrans" cxnId="{BA1A00AF-7768-4C8B-9B37-856F0C19CC4E}">
      <dgm:prSet/>
      <dgm:spPr/>
      <dgm:t>
        <a:bodyPr/>
        <a:lstStyle/>
        <a:p>
          <a:endParaRPr lang="en-US"/>
        </a:p>
      </dgm:t>
    </dgm:pt>
    <dgm:pt modelId="{33B7180A-84A4-4D0D-8986-11F2F57A3F52}" type="pres">
      <dgm:prSet presAssocID="{D9798455-425D-4B15-81B8-CF9B6769D1F6}" presName="root" presStyleCnt="0">
        <dgm:presLayoutVars>
          <dgm:dir/>
          <dgm:resizeHandles val="exact"/>
        </dgm:presLayoutVars>
      </dgm:prSet>
      <dgm:spPr/>
    </dgm:pt>
    <dgm:pt modelId="{FF324802-0227-482F-95AD-2E5CC6BAF9AF}" type="pres">
      <dgm:prSet presAssocID="{546305F1-14F2-4604-9BE2-3947BA7EE2E5}" presName="compNode" presStyleCnt="0"/>
      <dgm:spPr/>
    </dgm:pt>
    <dgm:pt modelId="{61AE76FE-9D3C-4B01-AD1E-2AC5D1C7EDEF}" type="pres">
      <dgm:prSet presAssocID="{546305F1-14F2-4604-9BE2-3947BA7EE2E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96DBF461-2E46-41FE-928F-9A3F4470E435}" type="pres">
      <dgm:prSet presAssocID="{546305F1-14F2-4604-9BE2-3947BA7EE2E5}" presName="spaceRect" presStyleCnt="0"/>
      <dgm:spPr/>
    </dgm:pt>
    <dgm:pt modelId="{E0351583-6E38-4D2A-BAC9-66EC0033F622}" type="pres">
      <dgm:prSet presAssocID="{546305F1-14F2-4604-9BE2-3947BA7EE2E5}" presName="textRect" presStyleLbl="revTx" presStyleIdx="0" presStyleCnt="3">
        <dgm:presLayoutVars>
          <dgm:chMax val="1"/>
          <dgm:chPref val="1"/>
        </dgm:presLayoutVars>
      </dgm:prSet>
      <dgm:spPr/>
    </dgm:pt>
    <dgm:pt modelId="{FBB19C52-C8EC-4D28-B473-E760C2ECC665}" type="pres">
      <dgm:prSet presAssocID="{949488DA-7AF7-465F-AD43-E2585F083FAC}" presName="sibTrans" presStyleCnt="0"/>
      <dgm:spPr/>
    </dgm:pt>
    <dgm:pt modelId="{B7060FC0-629C-401C-B456-127E75AE001A}" type="pres">
      <dgm:prSet presAssocID="{17C6B2E3-3BFE-4F29-BA93-43AC2EF28FD5}" presName="compNode" presStyleCnt="0"/>
      <dgm:spPr/>
    </dgm:pt>
    <dgm:pt modelId="{301B7987-C4F7-4567-BB87-9C7829343032}" type="pres">
      <dgm:prSet presAssocID="{17C6B2E3-3BFE-4F29-BA93-43AC2EF28FD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F197619-3340-4F67-A3A4-1A8801CBA3F9}" type="pres">
      <dgm:prSet presAssocID="{17C6B2E3-3BFE-4F29-BA93-43AC2EF28FD5}" presName="spaceRect" presStyleCnt="0"/>
      <dgm:spPr/>
    </dgm:pt>
    <dgm:pt modelId="{462E2E69-B8A6-4481-8AC7-88180A269BE6}" type="pres">
      <dgm:prSet presAssocID="{17C6B2E3-3BFE-4F29-BA93-43AC2EF28FD5}" presName="textRect" presStyleLbl="revTx" presStyleIdx="1" presStyleCnt="3">
        <dgm:presLayoutVars>
          <dgm:chMax val="1"/>
          <dgm:chPref val="1"/>
        </dgm:presLayoutVars>
      </dgm:prSet>
      <dgm:spPr/>
    </dgm:pt>
    <dgm:pt modelId="{079794BD-4112-45F2-9FF6-CA048901B7C9}" type="pres">
      <dgm:prSet presAssocID="{299AF262-C118-467E-8BC5-1C912F1DAD5B}" presName="sibTrans" presStyleCnt="0"/>
      <dgm:spPr/>
    </dgm:pt>
    <dgm:pt modelId="{A9F18CAF-9C74-4942-B88B-59434B309FCB}" type="pres">
      <dgm:prSet presAssocID="{6EA30A73-A961-4DA8-947D-B8FE314878CE}" presName="compNode" presStyleCnt="0"/>
      <dgm:spPr/>
    </dgm:pt>
    <dgm:pt modelId="{A92D3718-3EC0-44B6-BE75-6097F3BA9CB1}" type="pres">
      <dgm:prSet presAssocID="{6EA30A73-A961-4DA8-947D-B8FE314878C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A76512B5-4B7A-4826-9419-FD2D0770B4A9}" type="pres">
      <dgm:prSet presAssocID="{6EA30A73-A961-4DA8-947D-B8FE314878CE}" presName="spaceRect" presStyleCnt="0"/>
      <dgm:spPr/>
    </dgm:pt>
    <dgm:pt modelId="{44528DB1-DE2C-4667-913C-0E08E16E7B87}" type="pres">
      <dgm:prSet presAssocID="{6EA30A73-A961-4DA8-947D-B8FE314878C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BAC251F-64D0-48C1-9B66-3FC6E4DB86FB}" type="presOf" srcId="{546305F1-14F2-4604-9BE2-3947BA7EE2E5}" destId="{E0351583-6E38-4D2A-BAC9-66EC0033F622}" srcOrd="0" destOrd="0" presId="urn:microsoft.com/office/officeart/2018/2/layout/IconLabelList"/>
    <dgm:cxn modelId="{0F7EFF2F-E0C4-4EF8-B05D-38ACEBD15EC5}" type="presOf" srcId="{D9798455-425D-4B15-81B8-CF9B6769D1F6}" destId="{33B7180A-84A4-4D0D-8986-11F2F57A3F52}" srcOrd="0" destOrd="0" presId="urn:microsoft.com/office/officeart/2018/2/layout/IconLabelList"/>
    <dgm:cxn modelId="{8914C7A8-4C92-43F1-AC1E-EA2CE8D516A9}" srcId="{D9798455-425D-4B15-81B8-CF9B6769D1F6}" destId="{546305F1-14F2-4604-9BE2-3947BA7EE2E5}" srcOrd="0" destOrd="0" parTransId="{2F65AFBE-BE7A-40ED-832B-A7EE06356942}" sibTransId="{949488DA-7AF7-465F-AD43-E2585F083FAC}"/>
    <dgm:cxn modelId="{10FF18AB-66E7-4685-8616-3DEC4F0E5EFA}" srcId="{D9798455-425D-4B15-81B8-CF9B6769D1F6}" destId="{17C6B2E3-3BFE-4F29-BA93-43AC2EF28FD5}" srcOrd="1" destOrd="0" parTransId="{009EF315-53AA-4282-87AF-4F0EDFCE501F}" sibTransId="{299AF262-C118-467E-8BC5-1C912F1DAD5B}"/>
    <dgm:cxn modelId="{BA1A00AF-7768-4C8B-9B37-856F0C19CC4E}" srcId="{D9798455-425D-4B15-81B8-CF9B6769D1F6}" destId="{6EA30A73-A961-4DA8-947D-B8FE314878CE}" srcOrd="2" destOrd="0" parTransId="{04DE9F8A-94F1-4A61-96FE-4C28D252B70B}" sibTransId="{312629CC-81F0-452F-900D-8C82F97F324C}"/>
    <dgm:cxn modelId="{81DE9BB6-4DE7-46EB-AD08-64F03631DD51}" type="presOf" srcId="{6EA30A73-A961-4DA8-947D-B8FE314878CE}" destId="{44528DB1-DE2C-4667-913C-0E08E16E7B87}" srcOrd="0" destOrd="0" presId="urn:microsoft.com/office/officeart/2018/2/layout/IconLabelList"/>
    <dgm:cxn modelId="{742301F0-D0BC-4816-ADF3-A3290A0CB0F8}" type="presOf" srcId="{17C6B2E3-3BFE-4F29-BA93-43AC2EF28FD5}" destId="{462E2E69-B8A6-4481-8AC7-88180A269BE6}" srcOrd="0" destOrd="0" presId="urn:microsoft.com/office/officeart/2018/2/layout/IconLabelList"/>
    <dgm:cxn modelId="{D471125C-B2F9-4E87-8A6F-DA5E551794A6}" type="presParOf" srcId="{33B7180A-84A4-4D0D-8986-11F2F57A3F52}" destId="{FF324802-0227-482F-95AD-2E5CC6BAF9AF}" srcOrd="0" destOrd="0" presId="urn:microsoft.com/office/officeart/2018/2/layout/IconLabelList"/>
    <dgm:cxn modelId="{496B69F9-F188-4DFB-A10F-627CFDCA946A}" type="presParOf" srcId="{FF324802-0227-482F-95AD-2E5CC6BAF9AF}" destId="{61AE76FE-9D3C-4B01-AD1E-2AC5D1C7EDEF}" srcOrd="0" destOrd="0" presId="urn:microsoft.com/office/officeart/2018/2/layout/IconLabelList"/>
    <dgm:cxn modelId="{83794AE6-1065-4554-9FE3-D801D26A8B11}" type="presParOf" srcId="{FF324802-0227-482F-95AD-2E5CC6BAF9AF}" destId="{96DBF461-2E46-41FE-928F-9A3F4470E435}" srcOrd="1" destOrd="0" presId="urn:microsoft.com/office/officeart/2018/2/layout/IconLabelList"/>
    <dgm:cxn modelId="{FFEE2950-F517-40CE-A89F-8A3B6A959DCB}" type="presParOf" srcId="{FF324802-0227-482F-95AD-2E5CC6BAF9AF}" destId="{E0351583-6E38-4D2A-BAC9-66EC0033F622}" srcOrd="2" destOrd="0" presId="urn:microsoft.com/office/officeart/2018/2/layout/IconLabelList"/>
    <dgm:cxn modelId="{8470B9AA-1893-4EBE-A3E1-B541E5286D60}" type="presParOf" srcId="{33B7180A-84A4-4D0D-8986-11F2F57A3F52}" destId="{FBB19C52-C8EC-4D28-B473-E760C2ECC665}" srcOrd="1" destOrd="0" presId="urn:microsoft.com/office/officeart/2018/2/layout/IconLabelList"/>
    <dgm:cxn modelId="{FBE2600D-4E97-42D5-8B6D-5C40576C69A3}" type="presParOf" srcId="{33B7180A-84A4-4D0D-8986-11F2F57A3F52}" destId="{B7060FC0-629C-401C-B456-127E75AE001A}" srcOrd="2" destOrd="0" presId="urn:microsoft.com/office/officeart/2018/2/layout/IconLabelList"/>
    <dgm:cxn modelId="{EE1BC7B4-7021-451F-BBA8-B372B991ADD9}" type="presParOf" srcId="{B7060FC0-629C-401C-B456-127E75AE001A}" destId="{301B7987-C4F7-4567-BB87-9C7829343032}" srcOrd="0" destOrd="0" presId="urn:microsoft.com/office/officeart/2018/2/layout/IconLabelList"/>
    <dgm:cxn modelId="{7B19E5B7-316D-4085-A529-E82158C18106}" type="presParOf" srcId="{B7060FC0-629C-401C-B456-127E75AE001A}" destId="{FF197619-3340-4F67-A3A4-1A8801CBA3F9}" srcOrd="1" destOrd="0" presId="urn:microsoft.com/office/officeart/2018/2/layout/IconLabelList"/>
    <dgm:cxn modelId="{82B902CC-B924-466D-8D6B-22E5FA93C431}" type="presParOf" srcId="{B7060FC0-629C-401C-B456-127E75AE001A}" destId="{462E2E69-B8A6-4481-8AC7-88180A269BE6}" srcOrd="2" destOrd="0" presId="urn:microsoft.com/office/officeart/2018/2/layout/IconLabelList"/>
    <dgm:cxn modelId="{682ACDD5-E173-44DB-989F-F4A43351BD9B}" type="presParOf" srcId="{33B7180A-84A4-4D0D-8986-11F2F57A3F52}" destId="{079794BD-4112-45F2-9FF6-CA048901B7C9}" srcOrd="3" destOrd="0" presId="urn:microsoft.com/office/officeart/2018/2/layout/IconLabelList"/>
    <dgm:cxn modelId="{5806BF84-B491-4314-955E-A34D8E1B79A9}" type="presParOf" srcId="{33B7180A-84A4-4D0D-8986-11F2F57A3F52}" destId="{A9F18CAF-9C74-4942-B88B-59434B309FCB}" srcOrd="4" destOrd="0" presId="urn:microsoft.com/office/officeart/2018/2/layout/IconLabelList"/>
    <dgm:cxn modelId="{62AFF8D3-CF13-4708-BEE7-3924519B2354}" type="presParOf" srcId="{A9F18CAF-9C74-4942-B88B-59434B309FCB}" destId="{A92D3718-3EC0-44B6-BE75-6097F3BA9CB1}" srcOrd="0" destOrd="0" presId="urn:microsoft.com/office/officeart/2018/2/layout/IconLabelList"/>
    <dgm:cxn modelId="{4122B92A-4230-4957-B4EC-907CEE0634D1}" type="presParOf" srcId="{A9F18CAF-9C74-4942-B88B-59434B309FCB}" destId="{A76512B5-4B7A-4826-9419-FD2D0770B4A9}" srcOrd="1" destOrd="0" presId="urn:microsoft.com/office/officeart/2018/2/layout/IconLabelList"/>
    <dgm:cxn modelId="{477F1D13-1FA6-43F5-A060-F503E15E8FFD}" type="presParOf" srcId="{A9F18CAF-9C74-4942-B88B-59434B309FCB}" destId="{44528DB1-DE2C-4667-913C-0E08E16E7B8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91EE1D2-C1D5-4DC4-A341-93020520204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258896D-2A6D-4490-8A1A-88B64D2BCB40}">
      <dgm:prSet/>
      <dgm:spPr/>
      <dgm:t>
        <a:bodyPr/>
        <a:lstStyle/>
        <a:p>
          <a:r>
            <a:rPr lang="pt-BR" b="1"/>
            <a:t>H1: Visibilidade do status</a:t>
          </a:r>
          <a:r>
            <a:rPr lang="pt-BR"/>
            <a:t>: O usuário deve ser informado sobre o que está acontecendo (ex: barras de carregamento).</a:t>
          </a:r>
          <a:endParaRPr lang="en-US"/>
        </a:p>
      </dgm:t>
    </dgm:pt>
    <dgm:pt modelId="{E6203ABB-EFD6-42DA-B07C-DBACF950065B}" type="parTrans" cxnId="{A062F1CC-7E33-4BF7-A358-58E63ED17B57}">
      <dgm:prSet/>
      <dgm:spPr/>
      <dgm:t>
        <a:bodyPr/>
        <a:lstStyle/>
        <a:p>
          <a:endParaRPr lang="en-US"/>
        </a:p>
      </dgm:t>
    </dgm:pt>
    <dgm:pt modelId="{810E3679-A869-4E7E-88F2-5BCF9CE371BE}" type="sibTrans" cxnId="{A062F1CC-7E33-4BF7-A358-58E63ED17B57}">
      <dgm:prSet/>
      <dgm:spPr/>
      <dgm:t>
        <a:bodyPr/>
        <a:lstStyle/>
        <a:p>
          <a:endParaRPr lang="en-US"/>
        </a:p>
      </dgm:t>
    </dgm:pt>
    <dgm:pt modelId="{2B1AACAD-FB55-4FA7-8FE8-7725355452D2}">
      <dgm:prSet/>
      <dgm:spPr/>
      <dgm:t>
        <a:bodyPr/>
        <a:lstStyle/>
        <a:p>
          <a:r>
            <a:rPr lang="pt-BR" b="1"/>
            <a:t>H2: Compatibilidade com o mundo real</a:t>
          </a:r>
          <a:r>
            <a:rPr lang="pt-BR"/>
            <a:t>: Use a linguagem do usuário, não termos técnicos de sistema.</a:t>
          </a:r>
          <a:endParaRPr lang="en-US"/>
        </a:p>
      </dgm:t>
    </dgm:pt>
    <dgm:pt modelId="{2812C757-C582-4AE5-9621-C5DFDFCD238C}" type="parTrans" cxnId="{5473D975-170A-46B3-A174-74F584B9AF1B}">
      <dgm:prSet/>
      <dgm:spPr/>
      <dgm:t>
        <a:bodyPr/>
        <a:lstStyle/>
        <a:p>
          <a:endParaRPr lang="en-US"/>
        </a:p>
      </dgm:t>
    </dgm:pt>
    <dgm:pt modelId="{D5333F7E-30EB-4FFF-AA9E-52A59FE3A095}" type="sibTrans" cxnId="{5473D975-170A-46B3-A174-74F584B9AF1B}">
      <dgm:prSet/>
      <dgm:spPr/>
      <dgm:t>
        <a:bodyPr/>
        <a:lstStyle/>
        <a:p>
          <a:endParaRPr lang="en-US"/>
        </a:p>
      </dgm:t>
    </dgm:pt>
    <dgm:pt modelId="{5D74085D-7EED-42B2-8796-CDCF8C977997}">
      <dgm:prSet/>
      <dgm:spPr/>
      <dgm:t>
        <a:bodyPr/>
        <a:lstStyle/>
        <a:p>
          <a:r>
            <a:rPr lang="pt-BR" b="1"/>
            <a:t>H3: Controle e liberdade</a:t>
          </a:r>
          <a:r>
            <a:rPr lang="pt-BR"/>
            <a:t>: Ofereça "saídas de emergência" (botão Desfazer/Undo).</a:t>
          </a:r>
          <a:endParaRPr lang="en-US"/>
        </a:p>
      </dgm:t>
    </dgm:pt>
    <dgm:pt modelId="{E986F788-CFEA-4CAC-B09B-1B7E5CEC8F9C}" type="parTrans" cxnId="{9C88E0BD-63B7-4FAF-9E5A-B100F18C5F39}">
      <dgm:prSet/>
      <dgm:spPr/>
      <dgm:t>
        <a:bodyPr/>
        <a:lstStyle/>
        <a:p>
          <a:endParaRPr lang="en-US"/>
        </a:p>
      </dgm:t>
    </dgm:pt>
    <dgm:pt modelId="{58963193-F283-4A29-A04A-009E9AEF66BC}" type="sibTrans" cxnId="{9C88E0BD-63B7-4FAF-9E5A-B100F18C5F39}">
      <dgm:prSet/>
      <dgm:spPr/>
      <dgm:t>
        <a:bodyPr/>
        <a:lstStyle/>
        <a:p>
          <a:endParaRPr lang="en-US"/>
        </a:p>
      </dgm:t>
    </dgm:pt>
    <dgm:pt modelId="{405CE39B-6E93-40F8-974F-9E8332CC0E3A}">
      <dgm:prSet/>
      <dgm:spPr/>
      <dgm:t>
        <a:bodyPr/>
        <a:lstStyle/>
        <a:p>
          <a:r>
            <a:rPr lang="pt-BR" b="1"/>
            <a:t>H4: Consistência e padrões</a:t>
          </a:r>
          <a:r>
            <a:rPr lang="pt-BR"/>
            <a:t>: Mantenha a mesma linguagem visual em todo o projeto.</a:t>
          </a:r>
          <a:endParaRPr lang="en-US"/>
        </a:p>
      </dgm:t>
    </dgm:pt>
    <dgm:pt modelId="{3425205C-B3C3-4E08-87BF-E50D0D780BDC}" type="parTrans" cxnId="{12CC4D33-1179-40D0-B53C-5A9E615F4C4B}">
      <dgm:prSet/>
      <dgm:spPr/>
      <dgm:t>
        <a:bodyPr/>
        <a:lstStyle/>
        <a:p>
          <a:endParaRPr lang="en-US"/>
        </a:p>
      </dgm:t>
    </dgm:pt>
    <dgm:pt modelId="{2380B617-25AC-4A4C-90AD-244B55275AE2}" type="sibTrans" cxnId="{12CC4D33-1179-40D0-B53C-5A9E615F4C4B}">
      <dgm:prSet/>
      <dgm:spPr/>
      <dgm:t>
        <a:bodyPr/>
        <a:lstStyle/>
        <a:p>
          <a:endParaRPr lang="en-US"/>
        </a:p>
      </dgm:t>
    </dgm:pt>
    <dgm:pt modelId="{4484D436-B583-4D34-A772-C2237878600C}">
      <dgm:prSet/>
      <dgm:spPr/>
      <dgm:t>
        <a:bodyPr/>
        <a:lstStyle/>
        <a:p>
          <a:r>
            <a:rPr lang="pt-BR" b="1"/>
            <a:t>H5: Prevenção de erros</a:t>
          </a:r>
          <a:r>
            <a:rPr lang="pt-BR"/>
            <a:t>: Melhore o design para que o erro nem chegue a acontecer.</a:t>
          </a:r>
          <a:endParaRPr lang="en-US"/>
        </a:p>
      </dgm:t>
    </dgm:pt>
    <dgm:pt modelId="{6E69CB83-90B1-41FF-974D-10BF6CEDC290}" type="parTrans" cxnId="{68910C0E-CAF9-4A38-A2E5-B0B2D9C4444B}">
      <dgm:prSet/>
      <dgm:spPr/>
      <dgm:t>
        <a:bodyPr/>
        <a:lstStyle/>
        <a:p>
          <a:endParaRPr lang="en-US"/>
        </a:p>
      </dgm:t>
    </dgm:pt>
    <dgm:pt modelId="{AE73F0D7-3A33-40DC-B092-3771861EB712}" type="sibTrans" cxnId="{68910C0E-CAF9-4A38-A2E5-B0B2D9C4444B}">
      <dgm:prSet/>
      <dgm:spPr/>
      <dgm:t>
        <a:bodyPr/>
        <a:lstStyle/>
        <a:p>
          <a:endParaRPr lang="en-US"/>
        </a:p>
      </dgm:t>
    </dgm:pt>
    <dgm:pt modelId="{DA113BFA-258D-409D-BC4E-EB39895FFD6F}" type="pres">
      <dgm:prSet presAssocID="{591EE1D2-C1D5-4DC4-A341-93020520204D}" presName="linear" presStyleCnt="0">
        <dgm:presLayoutVars>
          <dgm:animLvl val="lvl"/>
          <dgm:resizeHandles val="exact"/>
        </dgm:presLayoutVars>
      </dgm:prSet>
      <dgm:spPr/>
    </dgm:pt>
    <dgm:pt modelId="{5B1A898A-A0EC-482D-B74E-6EFF5ECABE50}" type="pres">
      <dgm:prSet presAssocID="{A258896D-2A6D-4490-8A1A-88B64D2BCB4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EE9C6E8-CFF7-4E3A-A24B-BD18922BB533}" type="pres">
      <dgm:prSet presAssocID="{810E3679-A869-4E7E-88F2-5BCF9CE371BE}" presName="spacer" presStyleCnt="0"/>
      <dgm:spPr/>
    </dgm:pt>
    <dgm:pt modelId="{DA55EECE-E806-4693-A86A-1629D254D5E8}" type="pres">
      <dgm:prSet presAssocID="{2B1AACAD-FB55-4FA7-8FE8-7725355452D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26F45B7-043B-4EA3-A15C-E3EAA36E4275}" type="pres">
      <dgm:prSet presAssocID="{D5333F7E-30EB-4FFF-AA9E-52A59FE3A095}" presName="spacer" presStyleCnt="0"/>
      <dgm:spPr/>
    </dgm:pt>
    <dgm:pt modelId="{DBF2D64B-85E5-4A8F-B326-CC82BB6B012B}" type="pres">
      <dgm:prSet presAssocID="{5D74085D-7EED-42B2-8796-CDCF8C97799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9981065-94B1-4B41-B483-580F0CF0CF3C}" type="pres">
      <dgm:prSet presAssocID="{58963193-F283-4A29-A04A-009E9AEF66BC}" presName="spacer" presStyleCnt="0"/>
      <dgm:spPr/>
    </dgm:pt>
    <dgm:pt modelId="{DE04A790-BB3B-4009-95FC-382A80C97AAE}" type="pres">
      <dgm:prSet presAssocID="{405CE39B-6E93-40F8-974F-9E8332CC0E3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0C2A018-3E34-43C2-AD5B-4011F25D54AA}" type="pres">
      <dgm:prSet presAssocID="{2380B617-25AC-4A4C-90AD-244B55275AE2}" presName="spacer" presStyleCnt="0"/>
      <dgm:spPr/>
    </dgm:pt>
    <dgm:pt modelId="{F81A1362-AEF6-4611-96D7-6B652B4365DF}" type="pres">
      <dgm:prSet presAssocID="{4484D436-B583-4D34-A772-C2237878600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8910C0E-CAF9-4A38-A2E5-B0B2D9C4444B}" srcId="{591EE1D2-C1D5-4DC4-A341-93020520204D}" destId="{4484D436-B583-4D34-A772-C2237878600C}" srcOrd="4" destOrd="0" parTransId="{6E69CB83-90B1-41FF-974D-10BF6CEDC290}" sibTransId="{AE73F0D7-3A33-40DC-B092-3771861EB712}"/>
    <dgm:cxn modelId="{F2726A12-E446-45C5-9AD7-4DF6D56B559F}" type="presOf" srcId="{4484D436-B583-4D34-A772-C2237878600C}" destId="{F81A1362-AEF6-4611-96D7-6B652B4365DF}" srcOrd="0" destOrd="0" presId="urn:microsoft.com/office/officeart/2005/8/layout/vList2"/>
    <dgm:cxn modelId="{12CC4D33-1179-40D0-B53C-5A9E615F4C4B}" srcId="{591EE1D2-C1D5-4DC4-A341-93020520204D}" destId="{405CE39B-6E93-40F8-974F-9E8332CC0E3A}" srcOrd="3" destOrd="0" parTransId="{3425205C-B3C3-4E08-87BF-E50D0D780BDC}" sibTransId="{2380B617-25AC-4A4C-90AD-244B55275AE2}"/>
    <dgm:cxn modelId="{8BA45964-1653-4197-876F-16B69BB11037}" type="presOf" srcId="{5D74085D-7EED-42B2-8796-CDCF8C977997}" destId="{DBF2D64B-85E5-4A8F-B326-CC82BB6B012B}" srcOrd="0" destOrd="0" presId="urn:microsoft.com/office/officeart/2005/8/layout/vList2"/>
    <dgm:cxn modelId="{AEC67045-12CA-4256-A237-DCAC72054AE3}" type="presOf" srcId="{A258896D-2A6D-4490-8A1A-88B64D2BCB40}" destId="{5B1A898A-A0EC-482D-B74E-6EFF5ECABE50}" srcOrd="0" destOrd="0" presId="urn:microsoft.com/office/officeart/2005/8/layout/vList2"/>
    <dgm:cxn modelId="{5473D975-170A-46B3-A174-74F584B9AF1B}" srcId="{591EE1D2-C1D5-4DC4-A341-93020520204D}" destId="{2B1AACAD-FB55-4FA7-8FE8-7725355452D2}" srcOrd="1" destOrd="0" parTransId="{2812C757-C582-4AE5-9621-C5DFDFCD238C}" sibTransId="{D5333F7E-30EB-4FFF-AA9E-52A59FE3A095}"/>
    <dgm:cxn modelId="{2A1F2B93-1966-4DD7-93A6-A1A2B1B24EA9}" type="presOf" srcId="{591EE1D2-C1D5-4DC4-A341-93020520204D}" destId="{DA113BFA-258D-409D-BC4E-EB39895FFD6F}" srcOrd="0" destOrd="0" presId="urn:microsoft.com/office/officeart/2005/8/layout/vList2"/>
    <dgm:cxn modelId="{9C88E0BD-63B7-4FAF-9E5A-B100F18C5F39}" srcId="{591EE1D2-C1D5-4DC4-A341-93020520204D}" destId="{5D74085D-7EED-42B2-8796-CDCF8C977997}" srcOrd="2" destOrd="0" parTransId="{E986F788-CFEA-4CAC-B09B-1B7E5CEC8F9C}" sibTransId="{58963193-F283-4A29-A04A-009E9AEF66BC}"/>
    <dgm:cxn modelId="{253820C6-D979-45C1-88AD-DFED64D8B871}" type="presOf" srcId="{2B1AACAD-FB55-4FA7-8FE8-7725355452D2}" destId="{DA55EECE-E806-4693-A86A-1629D254D5E8}" srcOrd="0" destOrd="0" presId="urn:microsoft.com/office/officeart/2005/8/layout/vList2"/>
    <dgm:cxn modelId="{A062F1CC-7E33-4BF7-A358-58E63ED17B57}" srcId="{591EE1D2-C1D5-4DC4-A341-93020520204D}" destId="{A258896D-2A6D-4490-8A1A-88B64D2BCB40}" srcOrd="0" destOrd="0" parTransId="{E6203ABB-EFD6-42DA-B07C-DBACF950065B}" sibTransId="{810E3679-A869-4E7E-88F2-5BCF9CE371BE}"/>
    <dgm:cxn modelId="{56A991F7-ABD1-4EC6-B20F-C3DDD9F8A023}" type="presOf" srcId="{405CE39B-6E93-40F8-974F-9E8332CC0E3A}" destId="{DE04A790-BB3B-4009-95FC-382A80C97AAE}" srcOrd="0" destOrd="0" presId="urn:microsoft.com/office/officeart/2005/8/layout/vList2"/>
    <dgm:cxn modelId="{79FF7772-E281-4298-80F0-85E2486AED6A}" type="presParOf" srcId="{DA113BFA-258D-409D-BC4E-EB39895FFD6F}" destId="{5B1A898A-A0EC-482D-B74E-6EFF5ECABE50}" srcOrd="0" destOrd="0" presId="urn:microsoft.com/office/officeart/2005/8/layout/vList2"/>
    <dgm:cxn modelId="{DC6BC7D8-B565-4927-B5DA-640354D3F6C2}" type="presParOf" srcId="{DA113BFA-258D-409D-BC4E-EB39895FFD6F}" destId="{2EE9C6E8-CFF7-4E3A-A24B-BD18922BB533}" srcOrd="1" destOrd="0" presId="urn:microsoft.com/office/officeart/2005/8/layout/vList2"/>
    <dgm:cxn modelId="{5A23E22B-EB9E-43F5-8624-655B9207C4F7}" type="presParOf" srcId="{DA113BFA-258D-409D-BC4E-EB39895FFD6F}" destId="{DA55EECE-E806-4693-A86A-1629D254D5E8}" srcOrd="2" destOrd="0" presId="urn:microsoft.com/office/officeart/2005/8/layout/vList2"/>
    <dgm:cxn modelId="{0B182D90-4ABF-4CF2-BF08-41B44782CA05}" type="presParOf" srcId="{DA113BFA-258D-409D-BC4E-EB39895FFD6F}" destId="{826F45B7-043B-4EA3-A15C-E3EAA36E4275}" srcOrd="3" destOrd="0" presId="urn:microsoft.com/office/officeart/2005/8/layout/vList2"/>
    <dgm:cxn modelId="{A16D3722-FF60-4074-9143-B3214F03DE51}" type="presParOf" srcId="{DA113BFA-258D-409D-BC4E-EB39895FFD6F}" destId="{DBF2D64B-85E5-4A8F-B326-CC82BB6B012B}" srcOrd="4" destOrd="0" presId="urn:microsoft.com/office/officeart/2005/8/layout/vList2"/>
    <dgm:cxn modelId="{1DFB3654-55B7-4939-BC55-06E5DC2554A5}" type="presParOf" srcId="{DA113BFA-258D-409D-BC4E-EB39895FFD6F}" destId="{59981065-94B1-4B41-B483-580F0CF0CF3C}" srcOrd="5" destOrd="0" presId="urn:microsoft.com/office/officeart/2005/8/layout/vList2"/>
    <dgm:cxn modelId="{E476F2A9-2628-4B0B-8328-BE4E92E2A165}" type="presParOf" srcId="{DA113BFA-258D-409D-BC4E-EB39895FFD6F}" destId="{DE04A790-BB3B-4009-95FC-382A80C97AAE}" srcOrd="6" destOrd="0" presId="urn:microsoft.com/office/officeart/2005/8/layout/vList2"/>
    <dgm:cxn modelId="{BF44ED35-A7C1-4AA4-84E8-FFDB55161D9E}" type="presParOf" srcId="{DA113BFA-258D-409D-BC4E-EB39895FFD6F}" destId="{E0C2A018-3E34-43C2-AD5B-4011F25D54AA}" srcOrd="7" destOrd="0" presId="urn:microsoft.com/office/officeart/2005/8/layout/vList2"/>
    <dgm:cxn modelId="{577DB74C-A36A-4F09-9F3E-943D4A05E5C7}" type="presParOf" srcId="{DA113BFA-258D-409D-BC4E-EB39895FFD6F}" destId="{F81A1362-AEF6-4611-96D7-6B652B4365D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9D60044-6A43-4AB2-A13A-343F5D45431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4DEE908-D6D7-4709-A203-F1A4EE51DC55}">
      <dgm:prSet/>
      <dgm:spPr/>
      <dgm:t>
        <a:bodyPr/>
        <a:lstStyle/>
        <a:p>
          <a:r>
            <a:rPr lang="pt-BR" b="1"/>
            <a:t>H6: Reconhecer em vez de relembrar</a:t>
          </a:r>
          <a:r>
            <a:rPr lang="pt-BR"/>
            <a:t>: Minimize a carga de memória do usuário (objetos e opções devem estar visíveis).</a:t>
          </a:r>
          <a:endParaRPr lang="en-US"/>
        </a:p>
      </dgm:t>
    </dgm:pt>
    <dgm:pt modelId="{F702F9DA-5774-4497-8351-07FDB21AC162}" type="parTrans" cxnId="{2087BDBE-DA94-4B05-9381-7F4F4D39E3B1}">
      <dgm:prSet/>
      <dgm:spPr/>
      <dgm:t>
        <a:bodyPr/>
        <a:lstStyle/>
        <a:p>
          <a:endParaRPr lang="en-US"/>
        </a:p>
      </dgm:t>
    </dgm:pt>
    <dgm:pt modelId="{F2D101C0-031C-45E6-996F-FEECEBDF981E}" type="sibTrans" cxnId="{2087BDBE-DA94-4B05-9381-7F4F4D39E3B1}">
      <dgm:prSet/>
      <dgm:spPr/>
      <dgm:t>
        <a:bodyPr/>
        <a:lstStyle/>
        <a:p>
          <a:endParaRPr lang="en-US"/>
        </a:p>
      </dgm:t>
    </dgm:pt>
    <dgm:pt modelId="{B4391C83-EB5F-4EAE-AEE3-EEFBA2069200}">
      <dgm:prSet/>
      <dgm:spPr/>
      <dgm:t>
        <a:bodyPr/>
        <a:lstStyle/>
        <a:p>
          <a:r>
            <a:rPr lang="pt-BR" b="1"/>
            <a:t>H7: Flexibilidade e eficiência</a:t>
          </a:r>
          <a:r>
            <a:rPr lang="pt-BR"/>
            <a:t>: Atalhos para usuários experientes (aceleradores).</a:t>
          </a:r>
          <a:endParaRPr lang="en-US"/>
        </a:p>
      </dgm:t>
    </dgm:pt>
    <dgm:pt modelId="{B8AF7767-E89F-4CCB-A10E-0C5AB9BF9F4D}" type="parTrans" cxnId="{418EEDE6-E021-4620-836F-1D27879D1BF0}">
      <dgm:prSet/>
      <dgm:spPr/>
      <dgm:t>
        <a:bodyPr/>
        <a:lstStyle/>
        <a:p>
          <a:endParaRPr lang="en-US"/>
        </a:p>
      </dgm:t>
    </dgm:pt>
    <dgm:pt modelId="{F5A7D051-FB61-45E9-8598-E18AB9C075FD}" type="sibTrans" cxnId="{418EEDE6-E021-4620-836F-1D27879D1BF0}">
      <dgm:prSet/>
      <dgm:spPr/>
      <dgm:t>
        <a:bodyPr/>
        <a:lstStyle/>
        <a:p>
          <a:endParaRPr lang="en-US"/>
        </a:p>
      </dgm:t>
    </dgm:pt>
    <dgm:pt modelId="{C0A71A89-2504-4856-961D-FFA46B3CFBD5}">
      <dgm:prSet/>
      <dgm:spPr/>
      <dgm:t>
        <a:bodyPr/>
        <a:lstStyle/>
        <a:p>
          <a:r>
            <a:rPr lang="pt-BR" b="1"/>
            <a:t>H8: Estética e design minimalista</a:t>
          </a:r>
          <a:r>
            <a:rPr lang="pt-BR"/>
            <a:t>: Remova informações irrelevantes que competem pela atenção.</a:t>
          </a:r>
          <a:endParaRPr lang="en-US"/>
        </a:p>
      </dgm:t>
    </dgm:pt>
    <dgm:pt modelId="{247D4955-B0F0-4EA3-80B4-4BAFE4BA93E3}" type="parTrans" cxnId="{1CFEFAAC-FF1E-4EFB-BC33-0F8B718AF631}">
      <dgm:prSet/>
      <dgm:spPr/>
      <dgm:t>
        <a:bodyPr/>
        <a:lstStyle/>
        <a:p>
          <a:endParaRPr lang="en-US"/>
        </a:p>
      </dgm:t>
    </dgm:pt>
    <dgm:pt modelId="{66197B05-8B90-4D0E-A29B-80A55E0C4367}" type="sibTrans" cxnId="{1CFEFAAC-FF1E-4EFB-BC33-0F8B718AF631}">
      <dgm:prSet/>
      <dgm:spPr/>
      <dgm:t>
        <a:bodyPr/>
        <a:lstStyle/>
        <a:p>
          <a:endParaRPr lang="en-US"/>
        </a:p>
      </dgm:t>
    </dgm:pt>
    <dgm:pt modelId="{3C11643F-A07C-42D9-AA13-0AF71C782B8E}">
      <dgm:prSet/>
      <dgm:spPr/>
      <dgm:t>
        <a:bodyPr/>
        <a:lstStyle/>
        <a:p>
          <a:r>
            <a:rPr lang="pt-BR" b="1"/>
            <a:t>H9: Recuperação de erros</a:t>
          </a:r>
          <a:r>
            <a:rPr lang="pt-BR"/>
            <a:t>: Mensagens de erro em linguagem clara que sugerem uma solução.</a:t>
          </a:r>
          <a:endParaRPr lang="en-US"/>
        </a:p>
      </dgm:t>
    </dgm:pt>
    <dgm:pt modelId="{95F72AAD-E8C4-411B-8CB8-FC791B2151B2}" type="parTrans" cxnId="{0C118280-5EE0-457F-800F-7EEEA65FF49C}">
      <dgm:prSet/>
      <dgm:spPr/>
      <dgm:t>
        <a:bodyPr/>
        <a:lstStyle/>
        <a:p>
          <a:endParaRPr lang="en-US"/>
        </a:p>
      </dgm:t>
    </dgm:pt>
    <dgm:pt modelId="{292B33A9-1F72-4907-AE58-E76170273EE5}" type="sibTrans" cxnId="{0C118280-5EE0-457F-800F-7EEEA65FF49C}">
      <dgm:prSet/>
      <dgm:spPr/>
      <dgm:t>
        <a:bodyPr/>
        <a:lstStyle/>
        <a:p>
          <a:endParaRPr lang="en-US"/>
        </a:p>
      </dgm:t>
    </dgm:pt>
    <dgm:pt modelId="{9485985D-5BBF-4B7C-93CA-9D6B5C06679E}">
      <dgm:prSet/>
      <dgm:spPr/>
      <dgm:t>
        <a:bodyPr/>
        <a:lstStyle/>
        <a:p>
          <a:r>
            <a:rPr lang="pt-BR" b="1"/>
            <a:t>H10: Ajuda e documentação</a:t>
          </a:r>
          <a:r>
            <a:rPr lang="pt-BR"/>
            <a:t>: Informação fácil de buscar e focada na tarefa.</a:t>
          </a:r>
          <a:endParaRPr lang="en-US"/>
        </a:p>
      </dgm:t>
    </dgm:pt>
    <dgm:pt modelId="{13D88E00-DC5D-4E20-9802-616C20B2B003}" type="parTrans" cxnId="{C1FC9F5D-4137-41D9-8368-4E023B5F1407}">
      <dgm:prSet/>
      <dgm:spPr/>
      <dgm:t>
        <a:bodyPr/>
        <a:lstStyle/>
        <a:p>
          <a:endParaRPr lang="en-US"/>
        </a:p>
      </dgm:t>
    </dgm:pt>
    <dgm:pt modelId="{B9DF0180-E8AA-499C-948B-B44115A45950}" type="sibTrans" cxnId="{C1FC9F5D-4137-41D9-8368-4E023B5F1407}">
      <dgm:prSet/>
      <dgm:spPr/>
      <dgm:t>
        <a:bodyPr/>
        <a:lstStyle/>
        <a:p>
          <a:endParaRPr lang="en-US"/>
        </a:p>
      </dgm:t>
    </dgm:pt>
    <dgm:pt modelId="{5D80E4CA-2F88-4D11-A1EB-A007A2D48221}" type="pres">
      <dgm:prSet presAssocID="{89D60044-6A43-4AB2-A13A-343F5D454316}" presName="linear" presStyleCnt="0">
        <dgm:presLayoutVars>
          <dgm:animLvl val="lvl"/>
          <dgm:resizeHandles val="exact"/>
        </dgm:presLayoutVars>
      </dgm:prSet>
      <dgm:spPr/>
    </dgm:pt>
    <dgm:pt modelId="{7FCF25CC-5FB3-40B1-92A3-D3D4E85F9823}" type="pres">
      <dgm:prSet presAssocID="{A4DEE908-D6D7-4709-A203-F1A4EE51DC5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3A8B20D-CD31-42A1-9FD4-D563BD551E1A}" type="pres">
      <dgm:prSet presAssocID="{F2D101C0-031C-45E6-996F-FEECEBDF981E}" presName="spacer" presStyleCnt="0"/>
      <dgm:spPr/>
    </dgm:pt>
    <dgm:pt modelId="{B41D3DF4-852B-4C30-8882-178E857B8686}" type="pres">
      <dgm:prSet presAssocID="{B4391C83-EB5F-4EAE-AEE3-EEFBA206920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D7817E1-62AF-4A8C-9CF9-C1892A100285}" type="pres">
      <dgm:prSet presAssocID="{F5A7D051-FB61-45E9-8598-E18AB9C075FD}" presName="spacer" presStyleCnt="0"/>
      <dgm:spPr/>
    </dgm:pt>
    <dgm:pt modelId="{76FAE3B3-CEF5-400F-B5FC-E8678BAC27CF}" type="pres">
      <dgm:prSet presAssocID="{C0A71A89-2504-4856-961D-FFA46B3CFBD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521C2EE-A218-43A7-B06A-3CA30D9245C3}" type="pres">
      <dgm:prSet presAssocID="{66197B05-8B90-4D0E-A29B-80A55E0C4367}" presName="spacer" presStyleCnt="0"/>
      <dgm:spPr/>
    </dgm:pt>
    <dgm:pt modelId="{293BD7B3-A4D3-4200-98B0-8B57B265FFB8}" type="pres">
      <dgm:prSet presAssocID="{3C11643F-A07C-42D9-AA13-0AF71C782B8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1352708-3056-4409-A877-27D5D9896ED4}" type="pres">
      <dgm:prSet presAssocID="{292B33A9-1F72-4907-AE58-E76170273EE5}" presName="spacer" presStyleCnt="0"/>
      <dgm:spPr/>
    </dgm:pt>
    <dgm:pt modelId="{C420695F-C305-4CEA-BBBD-26DD5E6FF070}" type="pres">
      <dgm:prSet presAssocID="{9485985D-5BBF-4B7C-93CA-9D6B5C06679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6157336-8A34-4E51-83BE-D732B4550C75}" type="presOf" srcId="{89D60044-6A43-4AB2-A13A-343F5D454316}" destId="{5D80E4CA-2F88-4D11-A1EB-A007A2D48221}" srcOrd="0" destOrd="0" presId="urn:microsoft.com/office/officeart/2005/8/layout/vList2"/>
    <dgm:cxn modelId="{C1FC9F5D-4137-41D9-8368-4E023B5F1407}" srcId="{89D60044-6A43-4AB2-A13A-343F5D454316}" destId="{9485985D-5BBF-4B7C-93CA-9D6B5C06679E}" srcOrd="4" destOrd="0" parTransId="{13D88E00-DC5D-4E20-9802-616C20B2B003}" sibTransId="{B9DF0180-E8AA-499C-948B-B44115A45950}"/>
    <dgm:cxn modelId="{0C118280-5EE0-457F-800F-7EEEA65FF49C}" srcId="{89D60044-6A43-4AB2-A13A-343F5D454316}" destId="{3C11643F-A07C-42D9-AA13-0AF71C782B8E}" srcOrd="3" destOrd="0" parTransId="{95F72AAD-E8C4-411B-8CB8-FC791B2151B2}" sibTransId="{292B33A9-1F72-4907-AE58-E76170273EE5}"/>
    <dgm:cxn modelId="{AC4E6E98-A61D-47A0-B738-ECFD3E11BAFB}" type="presOf" srcId="{C0A71A89-2504-4856-961D-FFA46B3CFBD5}" destId="{76FAE3B3-CEF5-400F-B5FC-E8678BAC27CF}" srcOrd="0" destOrd="0" presId="urn:microsoft.com/office/officeart/2005/8/layout/vList2"/>
    <dgm:cxn modelId="{1CFEFAAC-FF1E-4EFB-BC33-0F8B718AF631}" srcId="{89D60044-6A43-4AB2-A13A-343F5D454316}" destId="{C0A71A89-2504-4856-961D-FFA46B3CFBD5}" srcOrd="2" destOrd="0" parTransId="{247D4955-B0F0-4EA3-80B4-4BAFE4BA93E3}" sibTransId="{66197B05-8B90-4D0E-A29B-80A55E0C4367}"/>
    <dgm:cxn modelId="{704227B7-EC79-4A98-9A9F-F657962E7A60}" type="presOf" srcId="{9485985D-5BBF-4B7C-93CA-9D6B5C06679E}" destId="{C420695F-C305-4CEA-BBBD-26DD5E6FF070}" srcOrd="0" destOrd="0" presId="urn:microsoft.com/office/officeart/2005/8/layout/vList2"/>
    <dgm:cxn modelId="{47BB60B8-0A27-40BC-ADD5-AE93B44370CD}" type="presOf" srcId="{A4DEE908-D6D7-4709-A203-F1A4EE51DC55}" destId="{7FCF25CC-5FB3-40B1-92A3-D3D4E85F9823}" srcOrd="0" destOrd="0" presId="urn:microsoft.com/office/officeart/2005/8/layout/vList2"/>
    <dgm:cxn modelId="{2087BDBE-DA94-4B05-9381-7F4F4D39E3B1}" srcId="{89D60044-6A43-4AB2-A13A-343F5D454316}" destId="{A4DEE908-D6D7-4709-A203-F1A4EE51DC55}" srcOrd="0" destOrd="0" parTransId="{F702F9DA-5774-4497-8351-07FDB21AC162}" sibTransId="{F2D101C0-031C-45E6-996F-FEECEBDF981E}"/>
    <dgm:cxn modelId="{1C9B60C0-0E0D-4F25-A84B-126EB5FEB5D8}" type="presOf" srcId="{3C11643F-A07C-42D9-AA13-0AF71C782B8E}" destId="{293BD7B3-A4D3-4200-98B0-8B57B265FFB8}" srcOrd="0" destOrd="0" presId="urn:microsoft.com/office/officeart/2005/8/layout/vList2"/>
    <dgm:cxn modelId="{418EEDE6-E021-4620-836F-1D27879D1BF0}" srcId="{89D60044-6A43-4AB2-A13A-343F5D454316}" destId="{B4391C83-EB5F-4EAE-AEE3-EEFBA2069200}" srcOrd="1" destOrd="0" parTransId="{B8AF7767-E89F-4CCB-A10E-0C5AB9BF9F4D}" sibTransId="{F5A7D051-FB61-45E9-8598-E18AB9C075FD}"/>
    <dgm:cxn modelId="{422BF3E7-87F6-47E7-9943-67DAE1188680}" type="presOf" srcId="{B4391C83-EB5F-4EAE-AEE3-EEFBA2069200}" destId="{B41D3DF4-852B-4C30-8882-178E857B8686}" srcOrd="0" destOrd="0" presId="urn:microsoft.com/office/officeart/2005/8/layout/vList2"/>
    <dgm:cxn modelId="{230CBFC5-E462-4EFC-A05A-6908748CDB45}" type="presParOf" srcId="{5D80E4CA-2F88-4D11-A1EB-A007A2D48221}" destId="{7FCF25CC-5FB3-40B1-92A3-D3D4E85F9823}" srcOrd="0" destOrd="0" presId="urn:microsoft.com/office/officeart/2005/8/layout/vList2"/>
    <dgm:cxn modelId="{D2ED873E-905C-46A7-BD4F-2651FEFF0AE9}" type="presParOf" srcId="{5D80E4CA-2F88-4D11-A1EB-A007A2D48221}" destId="{13A8B20D-CD31-42A1-9FD4-D563BD551E1A}" srcOrd="1" destOrd="0" presId="urn:microsoft.com/office/officeart/2005/8/layout/vList2"/>
    <dgm:cxn modelId="{0E4EB697-EED2-462A-A31C-1E3FCE615806}" type="presParOf" srcId="{5D80E4CA-2F88-4D11-A1EB-A007A2D48221}" destId="{B41D3DF4-852B-4C30-8882-178E857B8686}" srcOrd="2" destOrd="0" presId="urn:microsoft.com/office/officeart/2005/8/layout/vList2"/>
    <dgm:cxn modelId="{41407BED-6E3E-4E4D-BA34-1ADBC4DC0745}" type="presParOf" srcId="{5D80E4CA-2F88-4D11-A1EB-A007A2D48221}" destId="{6D7817E1-62AF-4A8C-9CF9-C1892A100285}" srcOrd="3" destOrd="0" presId="urn:microsoft.com/office/officeart/2005/8/layout/vList2"/>
    <dgm:cxn modelId="{DD805DD6-C229-42E9-9D82-799A33D987B5}" type="presParOf" srcId="{5D80E4CA-2F88-4D11-A1EB-A007A2D48221}" destId="{76FAE3B3-CEF5-400F-B5FC-E8678BAC27CF}" srcOrd="4" destOrd="0" presId="urn:microsoft.com/office/officeart/2005/8/layout/vList2"/>
    <dgm:cxn modelId="{71376C66-2AAC-4E14-8DB6-8A99E5DF9D7A}" type="presParOf" srcId="{5D80E4CA-2F88-4D11-A1EB-A007A2D48221}" destId="{C521C2EE-A218-43A7-B06A-3CA30D9245C3}" srcOrd="5" destOrd="0" presId="urn:microsoft.com/office/officeart/2005/8/layout/vList2"/>
    <dgm:cxn modelId="{E8E2540F-6472-45A0-A782-EF8856DC5800}" type="presParOf" srcId="{5D80E4CA-2F88-4D11-A1EB-A007A2D48221}" destId="{293BD7B3-A4D3-4200-98B0-8B57B265FFB8}" srcOrd="6" destOrd="0" presId="urn:microsoft.com/office/officeart/2005/8/layout/vList2"/>
    <dgm:cxn modelId="{5A3C9289-5F5D-44FD-A753-F202BD8956F8}" type="presParOf" srcId="{5D80E4CA-2F88-4D11-A1EB-A007A2D48221}" destId="{21352708-3056-4409-A877-27D5D9896ED4}" srcOrd="7" destOrd="0" presId="urn:microsoft.com/office/officeart/2005/8/layout/vList2"/>
    <dgm:cxn modelId="{09E787B5-EF0B-4E12-8955-AAAF92279A3C}" type="presParOf" srcId="{5D80E4CA-2F88-4D11-A1EB-A007A2D48221}" destId="{C420695F-C305-4CEA-BBBD-26DD5E6FF07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326D323-02BE-41F9-8E62-3E97BBB2F22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80F3527-8C04-49B4-9D39-095ACE46D7E2}">
      <dgm:prSet/>
      <dgm:spPr/>
      <dgm:t>
        <a:bodyPr/>
        <a:lstStyle/>
        <a:p>
          <a:r>
            <a:rPr lang="pt-BR" b="1"/>
            <a:t>Atividade: </a:t>
          </a:r>
          <a:r>
            <a:rPr lang="pt-BR"/>
            <a:t>Durante o Quiz no Wayground, observem os erros da classe.</a:t>
          </a:r>
          <a:endParaRPr lang="en-US"/>
        </a:p>
      </dgm:t>
    </dgm:pt>
    <dgm:pt modelId="{565C527D-05F0-4A28-97AD-5D9EE53E13D9}" type="parTrans" cxnId="{00CAD525-34AE-41C6-A2E9-581CC08DFC72}">
      <dgm:prSet/>
      <dgm:spPr/>
      <dgm:t>
        <a:bodyPr/>
        <a:lstStyle/>
        <a:p>
          <a:endParaRPr lang="en-US"/>
        </a:p>
      </dgm:t>
    </dgm:pt>
    <dgm:pt modelId="{EC49CFD3-F9A1-4B9B-9CE5-2BF4F078D458}" type="sibTrans" cxnId="{00CAD525-34AE-41C6-A2E9-581CC08DFC72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50FB860A-5645-4632-9256-74CECDC52996}">
      <dgm:prSet/>
      <dgm:spPr/>
      <dgm:t>
        <a:bodyPr/>
        <a:lstStyle/>
        <a:p>
          <a:r>
            <a:rPr lang="pt-BR" b="1"/>
            <a:t>Questão Crítica: </a:t>
          </a:r>
          <a:r>
            <a:rPr lang="pt-BR"/>
            <a:t>"Se 60% da sala errou uma questão de Usabilidade, o problema está no aluno (usuário) ou na pergunta (interface)?".</a:t>
          </a:r>
          <a:endParaRPr lang="en-US"/>
        </a:p>
      </dgm:t>
    </dgm:pt>
    <dgm:pt modelId="{8C628A4D-1344-4BAD-8F29-B82134B90A82}" type="parTrans" cxnId="{C675C59B-EB5F-4B05-9AB8-56D6C97C95D6}">
      <dgm:prSet/>
      <dgm:spPr/>
      <dgm:t>
        <a:bodyPr/>
        <a:lstStyle/>
        <a:p>
          <a:endParaRPr lang="en-US"/>
        </a:p>
      </dgm:t>
    </dgm:pt>
    <dgm:pt modelId="{C633CABA-069B-4948-ADBA-094EC3343915}" type="sibTrans" cxnId="{C675C59B-EB5F-4B05-9AB8-56D6C97C95D6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F85FE394-C2CD-48AD-9135-0A1B3F95D3DF}">
      <dgm:prSet/>
      <dgm:spPr/>
      <dgm:t>
        <a:bodyPr/>
        <a:lstStyle/>
        <a:p>
          <a:r>
            <a:rPr lang="pt-BR" b="1"/>
            <a:t>Conexão com a Prática: </a:t>
          </a:r>
          <a:r>
            <a:rPr lang="pt-BR"/>
            <a:t>Este raciocínio será usado no Google Forms para auditar o site sposito.github.io.</a:t>
          </a:r>
          <a:endParaRPr lang="en-US"/>
        </a:p>
      </dgm:t>
    </dgm:pt>
    <dgm:pt modelId="{4BD66B17-B063-4DD2-A494-761DAC56B0B1}" type="parTrans" cxnId="{8F31EB89-5C09-4361-BAB5-E1FFF71973ED}">
      <dgm:prSet/>
      <dgm:spPr/>
      <dgm:t>
        <a:bodyPr/>
        <a:lstStyle/>
        <a:p>
          <a:endParaRPr lang="en-US"/>
        </a:p>
      </dgm:t>
    </dgm:pt>
    <dgm:pt modelId="{A4B06AE0-EC6E-43FE-BEB9-12B76A3BEC38}" type="sibTrans" cxnId="{8F31EB89-5C09-4361-BAB5-E1FFF71973ED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2AC910D8-7A47-4EFC-9613-C576E1DB0DE4}" type="pres">
      <dgm:prSet presAssocID="{1326D323-02BE-41F9-8E62-3E97BBB2F225}" presName="Name0" presStyleCnt="0">
        <dgm:presLayoutVars>
          <dgm:animLvl val="lvl"/>
          <dgm:resizeHandles val="exact"/>
        </dgm:presLayoutVars>
      </dgm:prSet>
      <dgm:spPr/>
    </dgm:pt>
    <dgm:pt modelId="{4835E8E9-1E2D-400C-B348-05B3F2623FA9}" type="pres">
      <dgm:prSet presAssocID="{880F3527-8C04-49B4-9D39-095ACE46D7E2}" presName="compositeNode" presStyleCnt="0">
        <dgm:presLayoutVars>
          <dgm:bulletEnabled val="1"/>
        </dgm:presLayoutVars>
      </dgm:prSet>
      <dgm:spPr/>
    </dgm:pt>
    <dgm:pt modelId="{D89EC1D6-4AA4-4E81-95FC-7F2F73B548A8}" type="pres">
      <dgm:prSet presAssocID="{880F3527-8C04-49B4-9D39-095ACE46D7E2}" presName="bgRect" presStyleLbl="alignNode1" presStyleIdx="0" presStyleCnt="3"/>
      <dgm:spPr/>
    </dgm:pt>
    <dgm:pt modelId="{78EBD527-536A-42C3-BA51-9D9B9C2F98B8}" type="pres">
      <dgm:prSet presAssocID="{EC49CFD3-F9A1-4B9B-9CE5-2BF4F078D458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444E8AA8-22AA-47CC-8ED3-E124B998815A}" type="pres">
      <dgm:prSet presAssocID="{880F3527-8C04-49B4-9D39-095ACE46D7E2}" presName="nodeRect" presStyleLbl="alignNode1" presStyleIdx="0" presStyleCnt="3">
        <dgm:presLayoutVars>
          <dgm:bulletEnabled val="1"/>
        </dgm:presLayoutVars>
      </dgm:prSet>
      <dgm:spPr/>
    </dgm:pt>
    <dgm:pt modelId="{6532759A-CB32-487B-8B1E-4C6246D0C855}" type="pres">
      <dgm:prSet presAssocID="{EC49CFD3-F9A1-4B9B-9CE5-2BF4F078D458}" presName="sibTrans" presStyleCnt="0"/>
      <dgm:spPr/>
    </dgm:pt>
    <dgm:pt modelId="{8B132C8A-9693-48F8-AB07-1052282D915C}" type="pres">
      <dgm:prSet presAssocID="{50FB860A-5645-4632-9256-74CECDC52996}" presName="compositeNode" presStyleCnt="0">
        <dgm:presLayoutVars>
          <dgm:bulletEnabled val="1"/>
        </dgm:presLayoutVars>
      </dgm:prSet>
      <dgm:spPr/>
    </dgm:pt>
    <dgm:pt modelId="{DFDFCDFD-6032-48AB-9913-FA1E38F51AB3}" type="pres">
      <dgm:prSet presAssocID="{50FB860A-5645-4632-9256-74CECDC52996}" presName="bgRect" presStyleLbl="alignNode1" presStyleIdx="1" presStyleCnt="3"/>
      <dgm:spPr/>
    </dgm:pt>
    <dgm:pt modelId="{6FE69EFC-6FEB-45D6-8C94-55B779767C0F}" type="pres">
      <dgm:prSet presAssocID="{C633CABA-069B-4948-ADBA-094EC3343915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D3DC75B1-0FEF-4C1F-A6AA-1DDC5E715649}" type="pres">
      <dgm:prSet presAssocID="{50FB860A-5645-4632-9256-74CECDC52996}" presName="nodeRect" presStyleLbl="alignNode1" presStyleIdx="1" presStyleCnt="3">
        <dgm:presLayoutVars>
          <dgm:bulletEnabled val="1"/>
        </dgm:presLayoutVars>
      </dgm:prSet>
      <dgm:spPr/>
    </dgm:pt>
    <dgm:pt modelId="{F8C17147-CD78-4F71-9A84-A1EBACD3AF36}" type="pres">
      <dgm:prSet presAssocID="{C633CABA-069B-4948-ADBA-094EC3343915}" presName="sibTrans" presStyleCnt="0"/>
      <dgm:spPr/>
    </dgm:pt>
    <dgm:pt modelId="{A95D8B25-0EB4-4F8A-B8D8-EE4F1591EB2A}" type="pres">
      <dgm:prSet presAssocID="{F85FE394-C2CD-48AD-9135-0A1B3F95D3DF}" presName="compositeNode" presStyleCnt="0">
        <dgm:presLayoutVars>
          <dgm:bulletEnabled val="1"/>
        </dgm:presLayoutVars>
      </dgm:prSet>
      <dgm:spPr/>
    </dgm:pt>
    <dgm:pt modelId="{61D60BA5-4FB0-4404-8174-F9207F57BA16}" type="pres">
      <dgm:prSet presAssocID="{F85FE394-C2CD-48AD-9135-0A1B3F95D3DF}" presName="bgRect" presStyleLbl="alignNode1" presStyleIdx="2" presStyleCnt="3"/>
      <dgm:spPr/>
    </dgm:pt>
    <dgm:pt modelId="{6375C756-6FF5-44C9-A6A9-9B71080FBF46}" type="pres">
      <dgm:prSet presAssocID="{A4B06AE0-EC6E-43FE-BEB9-12B76A3BEC38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EF5A773F-EB6A-4851-AE52-360F358EF7A3}" type="pres">
      <dgm:prSet presAssocID="{F85FE394-C2CD-48AD-9135-0A1B3F95D3DF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00CAD525-34AE-41C6-A2E9-581CC08DFC72}" srcId="{1326D323-02BE-41F9-8E62-3E97BBB2F225}" destId="{880F3527-8C04-49B4-9D39-095ACE46D7E2}" srcOrd="0" destOrd="0" parTransId="{565C527D-05F0-4A28-97AD-5D9EE53E13D9}" sibTransId="{EC49CFD3-F9A1-4B9B-9CE5-2BF4F078D458}"/>
    <dgm:cxn modelId="{F8FF4831-315F-4A46-AB14-763EFA14E50D}" type="presOf" srcId="{50FB860A-5645-4632-9256-74CECDC52996}" destId="{D3DC75B1-0FEF-4C1F-A6AA-1DDC5E715649}" srcOrd="1" destOrd="0" presId="urn:microsoft.com/office/officeart/2016/7/layout/LinearBlockProcessNumbered"/>
    <dgm:cxn modelId="{3D7B966A-347E-4665-8AFC-0030DB46A254}" type="presOf" srcId="{F85FE394-C2CD-48AD-9135-0A1B3F95D3DF}" destId="{EF5A773F-EB6A-4851-AE52-360F358EF7A3}" srcOrd="1" destOrd="0" presId="urn:microsoft.com/office/officeart/2016/7/layout/LinearBlockProcessNumbered"/>
    <dgm:cxn modelId="{F22C2B4D-EC9A-42A0-BA05-EF7348CF37B1}" type="presOf" srcId="{1326D323-02BE-41F9-8E62-3E97BBB2F225}" destId="{2AC910D8-7A47-4EFC-9613-C576E1DB0DE4}" srcOrd="0" destOrd="0" presId="urn:microsoft.com/office/officeart/2016/7/layout/LinearBlockProcessNumbered"/>
    <dgm:cxn modelId="{2B88DD50-ED92-4AFC-AAC3-3556B86D307D}" type="presOf" srcId="{50FB860A-5645-4632-9256-74CECDC52996}" destId="{DFDFCDFD-6032-48AB-9913-FA1E38F51AB3}" srcOrd="0" destOrd="0" presId="urn:microsoft.com/office/officeart/2016/7/layout/LinearBlockProcessNumbered"/>
    <dgm:cxn modelId="{8D882077-22AB-46DD-944A-67AAAD567A91}" type="presOf" srcId="{EC49CFD3-F9A1-4B9B-9CE5-2BF4F078D458}" destId="{78EBD527-536A-42C3-BA51-9D9B9C2F98B8}" srcOrd="0" destOrd="0" presId="urn:microsoft.com/office/officeart/2016/7/layout/LinearBlockProcessNumbered"/>
    <dgm:cxn modelId="{8F31EB89-5C09-4361-BAB5-E1FFF71973ED}" srcId="{1326D323-02BE-41F9-8E62-3E97BBB2F225}" destId="{F85FE394-C2CD-48AD-9135-0A1B3F95D3DF}" srcOrd="2" destOrd="0" parTransId="{4BD66B17-B063-4DD2-A494-761DAC56B0B1}" sibTransId="{A4B06AE0-EC6E-43FE-BEB9-12B76A3BEC38}"/>
    <dgm:cxn modelId="{7D46FB8E-BA69-4896-94F1-4DA48F2B1A9D}" type="presOf" srcId="{A4B06AE0-EC6E-43FE-BEB9-12B76A3BEC38}" destId="{6375C756-6FF5-44C9-A6A9-9B71080FBF46}" srcOrd="0" destOrd="0" presId="urn:microsoft.com/office/officeart/2016/7/layout/LinearBlockProcessNumbered"/>
    <dgm:cxn modelId="{C675C59B-EB5F-4B05-9AB8-56D6C97C95D6}" srcId="{1326D323-02BE-41F9-8E62-3E97BBB2F225}" destId="{50FB860A-5645-4632-9256-74CECDC52996}" srcOrd="1" destOrd="0" parTransId="{8C628A4D-1344-4BAD-8F29-B82134B90A82}" sibTransId="{C633CABA-069B-4948-ADBA-094EC3343915}"/>
    <dgm:cxn modelId="{FB627DAB-E6B2-46F4-80EE-B806E8D1AA6D}" type="presOf" srcId="{F85FE394-C2CD-48AD-9135-0A1B3F95D3DF}" destId="{61D60BA5-4FB0-4404-8174-F9207F57BA16}" srcOrd="0" destOrd="0" presId="urn:microsoft.com/office/officeart/2016/7/layout/LinearBlockProcessNumbered"/>
    <dgm:cxn modelId="{68D1F2BE-023E-4D49-AD43-ED98DE935DE4}" type="presOf" srcId="{880F3527-8C04-49B4-9D39-095ACE46D7E2}" destId="{D89EC1D6-4AA4-4E81-95FC-7F2F73B548A8}" srcOrd="0" destOrd="0" presId="urn:microsoft.com/office/officeart/2016/7/layout/LinearBlockProcessNumbered"/>
    <dgm:cxn modelId="{3FF4B6D4-22C6-41F0-A3C0-278CF9B1A319}" type="presOf" srcId="{C633CABA-069B-4948-ADBA-094EC3343915}" destId="{6FE69EFC-6FEB-45D6-8C94-55B779767C0F}" srcOrd="0" destOrd="0" presId="urn:microsoft.com/office/officeart/2016/7/layout/LinearBlockProcessNumbered"/>
    <dgm:cxn modelId="{650F0AEA-A2A6-484B-92A1-25E4A8202C9F}" type="presOf" srcId="{880F3527-8C04-49B4-9D39-095ACE46D7E2}" destId="{444E8AA8-22AA-47CC-8ED3-E124B998815A}" srcOrd="1" destOrd="0" presId="urn:microsoft.com/office/officeart/2016/7/layout/LinearBlockProcessNumbered"/>
    <dgm:cxn modelId="{78CFBA23-5CE2-41FE-87EA-40B4EBA3683E}" type="presParOf" srcId="{2AC910D8-7A47-4EFC-9613-C576E1DB0DE4}" destId="{4835E8E9-1E2D-400C-B348-05B3F2623FA9}" srcOrd="0" destOrd="0" presId="urn:microsoft.com/office/officeart/2016/7/layout/LinearBlockProcessNumbered"/>
    <dgm:cxn modelId="{04F7C11A-9987-4D42-91D5-CBC3EE083FE2}" type="presParOf" srcId="{4835E8E9-1E2D-400C-B348-05B3F2623FA9}" destId="{D89EC1D6-4AA4-4E81-95FC-7F2F73B548A8}" srcOrd="0" destOrd="0" presId="urn:microsoft.com/office/officeart/2016/7/layout/LinearBlockProcessNumbered"/>
    <dgm:cxn modelId="{C3C51B5D-2F34-47FD-941D-BFE572A65539}" type="presParOf" srcId="{4835E8E9-1E2D-400C-B348-05B3F2623FA9}" destId="{78EBD527-536A-42C3-BA51-9D9B9C2F98B8}" srcOrd="1" destOrd="0" presId="urn:microsoft.com/office/officeart/2016/7/layout/LinearBlockProcessNumbered"/>
    <dgm:cxn modelId="{0A162908-63DA-422B-8B34-0A7CC13B32EB}" type="presParOf" srcId="{4835E8E9-1E2D-400C-B348-05B3F2623FA9}" destId="{444E8AA8-22AA-47CC-8ED3-E124B998815A}" srcOrd="2" destOrd="0" presId="urn:microsoft.com/office/officeart/2016/7/layout/LinearBlockProcessNumbered"/>
    <dgm:cxn modelId="{EB576CBE-2E04-49C6-AB18-5C0072C22DB2}" type="presParOf" srcId="{2AC910D8-7A47-4EFC-9613-C576E1DB0DE4}" destId="{6532759A-CB32-487B-8B1E-4C6246D0C855}" srcOrd="1" destOrd="0" presId="urn:microsoft.com/office/officeart/2016/7/layout/LinearBlockProcessNumbered"/>
    <dgm:cxn modelId="{CF1967FA-8361-4116-B0D1-503983947141}" type="presParOf" srcId="{2AC910D8-7A47-4EFC-9613-C576E1DB0DE4}" destId="{8B132C8A-9693-48F8-AB07-1052282D915C}" srcOrd="2" destOrd="0" presId="urn:microsoft.com/office/officeart/2016/7/layout/LinearBlockProcessNumbered"/>
    <dgm:cxn modelId="{BD5A0824-F1CA-4DC3-810A-5A92B29979DD}" type="presParOf" srcId="{8B132C8A-9693-48F8-AB07-1052282D915C}" destId="{DFDFCDFD-6032-48AB-9913-FA1E38F51AB3}" srcOrd="0" destOrd="0" presId="urn:microsoft.com/office/officeart/2016/7/layout/LinearBlockProcessNumbered"/>
    <dgm:cxn modelId="{945B8368-3DCF-4C2B-B1CA-A9903C314C40}" type="presParOf" srcId="{8B132C8A-9693-48F8-AB07-1052282D915C}" destId="{6FE69EFC-6FEB-45D6-8C94-55B779767C0F}" srcOrd="1" destOrd="0" presId="urn:microsoft.com/office/officeart/2016/7/layout/LinearBlockProcessNumbered"/>
    <dgm:cxn modelId="{9E76335B-AB65-48F7-A743-6A05489A7BCE}" type="presParOf" srcId="{8B132C8A-9693-48F8-AB07-1052282D915C}" destId="{D3DC75B1-0FEF-4C1F-A6AA-1DDC5E715649}" srcOrd="2" destOrd="0" presId="urn:microsoft.com/office/officeart/2016/7/layout/LinearBlockProcessNumbered"/>
    <dgm:cxn modelId="{B74CA7D0-7078-4E71-B904-219D2E99C566}" type="presParOf" srcId="{2AC910D8-7A47-4EFC-9613-C576E1DB0DE4}" destId="{F8C17147-CD78-4F71-9A84-A1EBACD3AF36}" srcOrd="3" destOrd="0" presId="urn:microsoft.com/office/officeart/2016/7/layout/LinearBlockProcessNumbered"/>
    <dgm:cxn modelId="{0DB36496-4ED7-4C99-AE54-EBDBE641B2E2}" type="presParOf" srcId="{2AC910D8-7A47-4EFC-9613-C576E1DB0DE4}" destId="{A95D8B25-0EB4-4F8A-B8D8-EE4F1591EB2A}" srcOrd="4" destOrd="0" presId="urn:microsoft.com/office/officeart/2016/7/layout/LinearBlockProcessNumbered"/>
    <dgm:cxn modelId="{0FE995BD-7543-43DA-A7F8-6515C07C2DE4}" type="presParOf" srcId="{A95D8B25-0EB4-4F8A-B8D8-EE4F1591EB2A}" destId="{61D60BA5-4FB0-4404-8174-F9207F57BA16}" srcOrd="0" destOrd="0" presId="urn:microsoft.com/office/officeart/2016/7/layout/LinearBlockProcessNumbered"/>
    <dgm:cxn modelId="{30DAA464-AFD0-4C31-B0BF-66A59628490E}" type="presParOf" srcId="{A95D8B25-0EB4-4F8A-B8D8-EE4F1591EB2A}" destId="{6375C756-6FF5-44C9-A6A9-9B71080FBF46}" srcOrd="1" destOrd="0" presId="urn:microsoft.com/office/officeart/2016/7/layout/LinearBlockProcessNumbered"/>
    <dgm:cxn modelId="{A62F37AE-16F3-4969-9A51-150B3961B948}" type="presParOf" srcId="{A95D8B25-0EB4-4F8A-B8D8-EE4F1591EB2A}" destId="{EF5A773F-EB6A-4851-AE52-360F358EF7A3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13AADB-2D39-490A-8767-C72AD9DB20C1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6EF42-F2AC-4304-8C3F-25ED9872B70B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C17E8-961C-4BDF-B29E-074CDE599ABA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Conceito:</a:t>
          </a:r>
          <a:r>
            <a:rPr lang="pt-BR" sz="1800" kern="1200"/>
            <a:t> IHC como área multidisciplinar (Computação, Psicologia, Ergonomia).</a:t>
          </a:r>
          <a:endParaRPr lang="en-US" sz="1800" kern="1200"/>
        </a:p>
      </dsp:txBody>
      <dsp:txXfrm>
        <a:off x="1948202" y="368029"/>
        <a:ext cx="3233964" cy="1371985"/>
      </dsp:txXfrm>
    </dsp:sp>
    <dsp:sp modelId="{E6472E2D-5AC8-41DF-8E68-03B312F8D016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E7FDEA-5626-40BB-A55A-0344A4348286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C1651-7DC8-47AC-A292-C66910C72CDF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Foco: </a:t>
          </a:r>
          <a:r>
            <a:rPr lang="pt-BR" sz="1800" kern="1200"/>
            <a:t>A evolução do "fazer funcionar" para o "fazer ser usado".</a:t>
          </a:r>
          <a:endParaRPr lang="en-US" sz="1800" kern="1200"/>
        </a:p>
      </dsp:txBody>
      <dsp:txXfrm>
        <a:off x="7411643" y="368029"/>
        <a:ext cx="3233964" cy="1371985"/>
      </dsp:txXfrm>
    </dsp:sp>
    <dsp:sp modelId="{46EED13D-A949-462F-98EB-DE37AD20B271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96E2CD-3324-4FE7-9DF7-1F9F827CEE89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B975FA-0DBC-4D3A-9634-375B5D7CEBD3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Ergonomia: </a:t>
          </a:r>
          <a:r>
            <a:rPr lang="pt-BR" sz="1800" kern="1200"/>
            <a:t>A ciência de adaptar o trabalho (e a interface) ao homem.</a:t>
          </a:r>
          <a:endParaRPr lang="en-US" sz="1800" kern="1200"/>
        </a:p>
      </dsp:txBody>
      <dsp:txXfrm>
        <a:off x="1948202" y="2452790"/>
        <a:ext cx="3233964" cy="1371985"/>
      </dsp:txXfrm>
    </dsp:sp>
    <dsp:sp modelId="{49D2CAB0-EB0F-43CA-BA5E-17FFC8DD322F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52C6B9-7258-4D34-A428-086326B90177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5A7820-3997-4DA4-9003-E0CD3FBCEC49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Ponto de Revisão: </a:t>
          </a:r>
          <a:r>
            <a:rPr lang="pt-BR" sz="1800" kern="1200"/>
            <a:t>A interface é o único canal de comunicação entre o sistema e o usuário. Se a interface falha, o sistema é inexistente para quem o usa.</a:t>
          </a:r>
          <a:endParaRPr lang="en-US" sz="1800" kern="1200"/>
        </a:p>
      </dsp:txBody>
      <dsp:txXfrm>
        <a:off x="7411643" y="2452790"/>
        <a:ext cx="3233964" cy="1371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4A389-D953-41BA-A5DA-9F0A94DC3C9A}">
      <dsp:nvSpPr>
        <dsp:cNvPr id="0" name=""/>
        <dsp:cNvSpPr/>
      </dsp:nvSpPr>
      <dsp:spPr>
        <a:xfrm>
          <a:off x="0" y="547052"/>
          <a:ext cx="10927829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0D8A33-022A-417F-92E0-085C18DC7AF5}">
      <dsp:nvSpPr>
        <dsp:cNvPr id="0" name=""/>
        <dsp:cNvSpPr/>
      </dsp:nvSpPr>
      <dsp:spPr>
        <a:xfrm>
          <a:off x="546391" y="222332"/>
          <a:ext cx="7649480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Definição (ISO 9241-11): </a:t>
          </a:r>
          <a:r>
            <a:rPr lang="pt-BR" sz="2200" kern="1200"/>
            <a:t>Eficácia, Eficiência e Satisfação.</a:t>
          </a:r>
          <a:endParaRPr lang="en-US" sz="2200" kern="1200"/>
        </a:p>
      </dsp:txBody>
      <dsp:txXfrm>
        <a:off x="578094" y="254035"/>
        <a:ext cx="7586074" cy="586034"/>
      </dsp:txXfrm>
    </dsp:sp>
    <dsp:sp modelId="{91708860-60BB-4E0E-A503-BFD7A26769C3}">
      <dsp:nvSpPr>
        <dsp:cNvPr id="0" name=""/>
        <dsp:cNvSpPr/>
      </dsp:nvSpPr>
      <dsp:spPr>
        <a:xfrm>
          <a:off x="0" y="1544972"/>
          <a:ext cx="10927829" cy="242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458216" rIns="848121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200" kern="1200"/>
            <a:t>Facilidade de Aprendizado: O quão rápido um novato aprende?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200" kern="1200"/>
            <a:t>Eficiência: Após aprender, quão rápido ele executa?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200" kern="1200"/>
            <a:t>Memorização: Ele lembra como usar após um tempo longe?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200" kern="1200"/>
            <a:t>Erros: O sistema evita erros e permite recuperação?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200" kern="1200"/>
            <a:t>Satisfação: É agradável de usar?</a:t>
          </a:r>
          <a:endParaRPr lang="en-US" sz="2200" kern="1200"/>
        </a:p>
      </dsp:txBody>
      <dsp:txXfrm>
        <a:off x="0" y="1544972"/>
        <a:ext cx="10927829" cy="2425500"/>
      </dsp:txXfrm>
    </dsp:sp>
    <dsp:sp modelId="{8DD289B6-8A41-408A-91C0-DBBB412D39E7}">
      <dsp:nvSpPr>
        <dsp:cNvPr id="0" name=""/>
        <dsp:cNvSpPr/>
      </dsp:nvSpPr>
      <dsp:spPr>
        <a:xfrm>
          <a:off x="546391" y="1220252"/>
          <a:ext cx="7649480" cy="6494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Os 5 Atributos de Nielsen:</a:t>
          </a:r>
          <a:endParaRPr lang="en-US" sz="2200" kern="1200"/>
        </a:p>
      </dsp:txBody>
      <dsp:txXfrm>
        <a:off x="578094" y="1251955"/>
        <a:ext cx="7586074" cy="586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A95340-ABCC-4FF6-BDA5-9B41B1CED748}">
      <dsp:nvSpPr>
        <dsp:cNvPr id="0" name=""/>
        <dsp:cNvSpPr/>
      </dsp:nvSpPr>
      <dsp:spPr>
        <a:xfrm>
          <a:off x="3203730" y="542526"/>
          <a:ext cx="1883486" cy="9417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Conceito:</a:t>
          </a:r>
          <a:r>
            <a:rPr lang="pt-BR" sz="1100" kern="1200"/>
            <a:t> Garantir que o sistema seja utilizável pelo maior número possível de pessoas, independentemente de suas capacidades.</a:t>
          </a:r>
          <a:endParaRPr lang="en-US" sz="1100" kern="1200"/>
        </a:p>
      </dsp:txBody>
      <dsp:txXfrm>
        <a:off x="3231313" y="570109"/>
        <a:ext cx="1828320" cy="886577"/>
      </dsp:txXfrm>
    </dsp:sp>
    <dsp:sp modelId="{0F783D0C-BE02-4915-9DC3-38E9F39855DA}">
      <dsp:nvSpPr>
        <dsp:cNvPr id="0" name=""/>
        <dsp:cNvSpPr/>
      </dsp:nvSpPr>
      <dsp:spPr>
        <a:xfrm>
          <a:off x="3203730" y="1625530"/>
          <a:ext cx="1883486" cy="94174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/>
            <a:t>Princípios P.O.U.R:</a:t>
          </a:r>
          <a:endParaRPr lang="en-US" sz="1100" kern="1200"/>
        </a:p>
      </dsp:txBody>
      <dsp:txXfrm>
        <a:off x="3231313" y="1653113"/>
        <a:ext cx="1828320" cy="886577"/>
      </dsp:txXfrm>
    </dsp:sp>
    <dsp:sp modelId="{FCBB56A0-604B-46B2-A6CC-D813621C6D80}">
      <dsp:nvSpPr>
        <dsp:cNvPr id="0" name=""/>
        <dsp:cNvSpPr/>
      </dsp:nvSpPr>
      <dsp:spPr>
        <a:xfrm rot="17692822">
          <a:off x="4568561" y="1263934"/>
          <a:ext cx="179070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790705" y="2021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419146" y="1239381"/>
        <a:ext cx="89535" cy="89535"/>
      </dsp:txXfrm>
    </dsp:sp>
    <dsp:sp modelId="{AFACCE60-3FB3-4991-8A5A-9A85C22ADBF5}">
      <dsp:nvSpPr>
        <dsp:cNvPr id="0" name=""/>
        <dsp:cNvSpPr/>
      </dsp:nvSpPr>
      <dsp:spPr>
        <a:xfrm>
          <a:off x="5840611" y="1023"/>
          <a:ext cx="1883486" cy="9417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Perceptível (Informação deve ser sentida).</a:t>
          </a:r>
          <a:endParaRPr lang="en-US" sz="1100" kern="1200"/>
        </a:p>
      </dsp:txBody>
      <dsp:txXfrm>
        <a:off x="5868194" y="28606"/>
        <a:ext cx="1828320" cy="886577"/>
      </dsp:txXfrm>
    </dsp:sp>
    <dsp:sp modelId="{66BDAFAA-0A73-47CF-98D7-6E75DAC965BE}">
      <dsp:nvSpPr>
        <dsp:cNvPr id="0" name=""/>
        <dsp:cNvSpPr/>
      </dsp:nvSpPr>
      <dsp:spPr>
        <a:xfrm rot="19457599">
          <a:off x="5000010" y="1805436"/>
          <a:ext cx="92780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27808" y="2021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40719" y="1802456"/>
        <a:ext cx="46390" cy="46390"/>
      </dsp:txXfrm>
    </dsp:sp>
    <dsp:sp modelId="{8E61CFF5-886B-49B6-96E6-DF275218B416}">
      <dsp:nvSpPr>
        <dsp:cNvPr id="0" name=""/>
        <dsp:cNvSpPr/>
      </dsp:nvSpPr>
      <dsp:spPr>
        <a:xfrm>
          <a:off x="5840611" y="1084028"/>
          <a:ext cx="1883486" cy="9417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Operável (Interface deve ser navegável).</a:t>
          </a:r>
          <a:endParaRPr lang="en-US" sz="1100" kern="1200"/>
        </a:p>
      </dsp:txBody>
      <dsp:txXfrm>
        <a:off x="5868194" y="1111611"/>
        <a:ext cx="1828320" cy="886577"/>
      </dsp:txXfrm>
    </dsp:sp>
    <dsp:sp modelId="{B1ABD3A5-BBB7-4397-9BA2-C1088C566D43}">
      <dsp:nvSpPr>
        <dsp:cNvPr id="0" name=""/>
        <dsp:cNvSpPr/>
      </dsp:nvSpPr>
      <dsp:spPr>
        <a:xfrm rot="2142401">
          <a:off x="5000010" y="2346938"/>
          <a:ext cx="92780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27808" y="2021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40719" y="2343958"/>
        <a:ext cx="46390" cy="46390"/>
      </dsp:txXfrm>
    </dsp:sp>
    <dsp:sp modelId="{26F31327-3D60-4C14-B835-DC2C75042B6A}">
      <dsp:nvSpPr>
        <dsp:cNvPr id="0" name=""/>
        <dsp:cNvSpPr/>
      </dsp:nvSpPr>
      <dsp:spPr>
        <a:xfrm>
          <a:off x="5840611" y="2167033"/>
          <a:ext cx="1883486" cy="9417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Understandable (Compreensível).</a:t>
          </a:r>
          <a:endParaRPr lang="en-US" sz="1100" kern="1200"/>
        </a:p>
      </dsp:txBody>
      <dsp:txXfrm>
        <a:off x="5868194" y="2194616"/>
        <a:ext cx="1828320" cy="886577"/>
      </dsp:txXfrm>
    </dsp:sp>
    <dsp:sp modelId="{BEF6B0B7-3C73-4F47-91F7-457F5B5C2E59}">
      <dsp:nvSpPr>
        <dsp:cNvPr id="0" name=""/>
        <dsp:cNvSpPr/>
      </dsp:nvSpPr>
      <dsp:spPr>
        <a:xfrm rot="3907178">
          <a:off x="4568561" y="2888441"/>
          <a:ext cx="1790705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790705" y="2021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419146" y="2863888"/>
        <a:ext cx="89535" cy="89535"/>
      </dsp:txXfrm>
    </dsp:sp>
    <dsp:sp modelId="{C1275D27-5BE7-4A99-AF89-F4277B197B15}">
      <dsp:nvSpPr>
        <dsp:cNvPr id="0" name=""/>
        <dsp:cNvSpPr/>
      </dsp:nvSpPr>
      <dsp:spPr>
        <a:xfrm>
          <a:off x="5840611" y="3250038"/>
          <a:ext cx="1883486" cy="9417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/>
            <a:t>Robusto (Funciona em diversas tecnologias assistivas).</a:t>
          </a:r>
          <a:endParaRPr lang="en-US" sz="1100" kern="1200"/>
        </a:p>
      </dsp:txBody>
      <dsp:txXfrm>
        <a:off x="5868194" y="3277621"/>
        <a:ext cx="1828320" cy="88657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06996C-2ADE-4884-BF05-CC652872BD06}">
      <dsp:nvSpPr>
        <dsp:cNvPr id="0" name=""/>
        <dsp:cNvSpPr/>
      </dsp:nvSpPr>
      <dsp:spPr>
        <a:xfrm>
          <a:off x="0" y="2530579"/>
          <a:ext cx="10927829" cy="166033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b="1" kern="1200"/>
            <a:t>Destaques para o Quiz:</a:t>
          </a:r>
          <a:endParaRPr lang="en-US" sz="3100" kern="1200"/>
        </a:p>
      </dsp:txBody>
      <dsp:txXfrm>
        <a:off x="0" y="2530579"/>
        <a:ext cx="10927829" cy="896580"/>
      </dsp:txXfrm>
    </dsp:sp>
    <dsp:sp modelId="{087B574F-5A37-4E08-8017-EB6214E18464}">
      <dsp:nvSpPr>
        <dsp:cNvPr id="0" name=""/>
        <dsp:cNvSpPr/>
      </dsp:nvSpPr>
      <dsp:spPr>
        <a:xfrm>
          <a:off x="0" y="3393953"/>
          <a:ext cx="2731957" cy="76375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H2 - Mundo Real: Use termos do usuário (ex: termos jurídicos para advogados).</a:t>
          </a:r>
          <a:endParaRPr lang="en-US" sz="1500" kern="1200"/>
        </a:p>
      </dsp:txBody>
      <dsp:txXfrm>
        <a:off x="0" y="3393953"/>
        <a:ext cx="2731957" cy="763753"/>
      </dsp:txXfrm>
    </dsp:sp>
    <dsp:sp modelId="{E0806610-6418-41E2-8797-FEE709837BF8}">
      <dsp:nvSpPr>
        <dsp:cNvPr id="0" name=""/>
        <dsp:cNvSpPr/>
      </dsp:nvSpPr>
      <dsp:spPr>
        <a:xfrm>
          <a:off x="2731957" y="3393953"/>
          <a:ext cx="2731957" cy="763753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H3 - Controle: Sempre ofereça uma "saída de emergência" (Desfazer).</a:t>
          </a:r>
          <a:endParaRPr lang="en-US" sz="1500" kern="1200"/>
        </a:p>
      </dsp:txBody>
      <dsp:txXfrm>
        <a:off x="2731957" y="3393953"/>
        <a:ext cx="2731957" cy="763753"/>
      </dsp:txXfrm>
    </dsp:sp>
    <dsp:sp modelId="{7ED511D4-B7D0-427C-AB4A-6608F162B026}">
      <dsp:nvSpPr>
        <dsp:cNvPr id="0" name=""/>
        <dsp:cNvSpPr/>
      </dsp:nvSpPr>
      <dsp:spPr>
        <a:xfrm>
          <a:off x="5463914" y="3393953"/>
          <a:ext cx="2731957" cy="763753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H4 - Consistência: Não mude o padrão visual sem motivo.</a:t>
          </a:r>
          <a:endParaRPr lang="en-US" sz="1500" kern="1200"/>
        </a:p>
      </dsp:txBody>
      <dsp:txXfrm>
        <a:off x="5463914" y="3393953"/>
        <a:ext cx="2731957" cy="763753"/>
      </dsp:txXfrm>
    </dsp:sp>
    <dsp:sp modelId="{DFA19E33-EAD7-40FB-AC02-BFE3B70EDDA8}">
      <dsp:nvSpPr>
        <dsp:cNvPr id="0" name=""/>
        <dsp:cNvSpPr/>
      </dsp:nvSpPr>
      <dsp:spPr>
        <a:xfrm>
          <a:off x="8195871" y="3393953"/>
          <a:ext cx="2731957" cy="763753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kern="1200"/>
            <a:t>H8 - Estética Minimalista: "Menos é mais" (Redução da carga cognitiva).</a:t>
          </a:r>
          <a:endParaRPr lang="en-US" sz="1500" kern="1200"/>
        </a:p>
      </dsp:txBody>
      <dsp:txXfrm>
        <a:off x="8195871" y="3393953"/>
        <a:ext cx="2731957" cy="763753"/>
      </dsp:txXfrm>
    </dsp:sp>
    <dsp:sp modelId="{7B89A74C-500D-49C3-B699-CE3D941169D0}">
      <dsp:nvSpPr>
        <dsp:cNvPr id="0" name=""/>
        <dsp:cNvSpPr/>
      </dsp:nvSpPr>
      <dsp:spPr>
        <a:xfrm rot="10800000">
          <a:off x="0" y="1890"/>
          <a:ext cx="10927829" cy="2553594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100" b="1" kern="1200"/>
            <a:t>O que são: </a:t>
          </a:r>
          <a:r>
            <a:rPr lang="pt-BR" sz="3100" kern="1200"/>
            <a:t>Regras gerais de design que resolvem a maioria dos problemas de usabilidade.</a:t>
          </a:r>
          <a:endParaRPr lang="en-US" sz="3100" kern="1200"/>
        </a:p>
      </dsp:txBody>
      <dsp:txXfrm rot="10800000">
        <a:off x="0" y="1890"/>
        <a:ext cx="10927829" cy="16592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AE76FE-9D3C-4B01-AD1E-2AC5D1C7EDEF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351583-6E38-4D2A-BAC9-66EC0033F622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1" kern="1200"/>
            <a:t>O Ciclo: </a:t>
          </a:r>
          <a:r>
            <a:rPr lang="pt-BR" sz="1300" kern="1200"/>
            <a:t>Design -&gt; Protótipo -&gt; Avaliação.</a:t>
          </a:r>
          <a:endParaRPr lang="en-US" sz="1300" kern="1200"/>
        </a:p>
      </dsp:txBody>
      <dsp:txXfrm>
        <a:off x="59990" y="2654049"/>
        <a:ext cx="3226223" cy="720000"/>
      </dsp:txXfrm>
    </dsp:sp>
    <dsp:sp modelId="{301B7987-C4F7-4567-BB87-9C7829343032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2E2E69-B8A6-4481-8AC7-88180A269BE6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1" kern="1200"/>
            <a:t>Avaliação Heurística: </a:t>
          </a:r>
          <a:r>
            <a:rPr lang="pt-BR" sz="1300" kern="1200"/>
            <a:t>Método de inspeção feito por especialistas (como vocês hoje).</a:t>
          </a:r>
          <a:endParaRPr lang="en-US" sz="1300" kern="1200"/>
        </a:p>
      </dsp:txBody>
      <dsp:txXfrm>
        <a:off x="3850802" y="2654049"/>
        <a:ext cx="3226223" cy="720000"/>
      </dsp:txXfrm>
    </dsp:sp>
    <dsp:sp modelId="{A92D3718-3EC0-44B6-BE75-6097F3BA9CB1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528DB1-DE2C-4667-913C-0E08E16E7B87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b="1" kern="1200"/>
            <a:t>Por que o Protótipo de Papel? </a:t>
          </a:r>
          <a:r>
            <a:rPr lang="pt-BR" sz="1300" kern="1200"/>
            <a:t>Permite errar rápido e barato. A resistência à mudança é menor quando o código ainda não foi escrito.</a:t>
          </a:r>
          <a:endParaRPr lang="en-US" sz="1300" kern="1200"/>
        </a:p>
      </dsp:txBody>
      <dsp:txXfrm>
        <a:off x="7641615" y="2654049"/>
        <a:ext cx="3226223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1A898A-A0EC-482D-B74E-6EFF5ECABE50}">
      <dsp:nvSpPr>
        <dsp:cNvPr id="0" name=""/>
        <dsp:cNvSpPr/>
      </dsp:nvSpPr>
      <dsp:spPr>
        <a:xfrm>
          <a:off x="0" y="97412"/>
          <a:ext cx="10927829" cy="7558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H1: Visibilidade do status</a:t>
          </a:r>
          <a:r>
            <a:rPr lang="pt-BR" sz="1900" kern="1200"/>
            <a:t>: O usuário deve ser informado sobre o que está acontecendo (ex: barras de carregamento).</a:t>
          </a:r>
          <a:endParaRPr lang="en-US" sz="1900" kern="1200"/>
        </a:p>
      </dsp:txBody>
      <dsp:txXfrm>
        <a:off x="36896" y="134308"/>
        <a:ext cx="10854037" cy="682028"/>
      </dsp:txXfrm>
    </dsp:sp>
    <dsp:sp modelId="{DA55EECE-E806-4693-A86A-1629D254D5E8}">
      <dsp:nvSpPr>
        <dsp:cNvPr id="0" name=""/>
        <dsp:cNvSpPr/>
      </dsp:nvSpPr>
      <dsp:spPr>
        <a:xfrm>
          <a:off x="0" y="907952"/>
          <a:ext cx="10927829" cy="75582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H2: Compatibilidade com o mundo real</a:t>
          </a:r>
          <a:r>
            <a:rPr lang="pt-BR" sz="1900" kern="1200"/>
            <a:t>: Use a linguagem do usuário, não termos técnicos de sistema.</a:t>
          </a:r>
          <a:endParaRPr lang="en-US" sz="1900" kern="1200"/>
        </a:p>
      </dsp:txBody>
      <dsp:txXfrm>
        <a:off x="36896" y="944848"/>
        <a:ext cx="10854037" cy="682028"/>
      </dsp:txXfrm>
    </dsp:sp>
    <dsp:sp modelId="{DBF2D64B-85E5-4A8F-B326-CC82BB6B012B}">
      <dsp:nvSpPr>
        <dsp:cNvPr id="0" name=""/>
        <dsp:cNvSpPr/>
      </dsp:nvSpPr>
      <dsp:spPr>
        <a:xfrm>
          <a:off x="0" y="1718492"/>
          <a:ext cx="10927829" cy="75582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H3: Controle e liberdade</a:t>
          </a:r>
          <a:r>
            <a:rPr lang="pt-BR" sz="1900" kern="1200"/>
            <a:t>: Ofereça "saídas de emergência" (botão Desfazer/Undo).</a:t>
          </a:r>
          <a:endParaRPr lang="en-US" sz="1900" kern="1200"/>
        </a:p>
      </dsp:txBody>
      <dsp:txXfrm>
        <a:off x="36896" y="1755388"/>
        <a:ext cx="10854037" cy="682028"/>
      </dsp:txXfrm>
    </dsp:sp>
    <dsp:sp modelId="{DE04A790-BB3B-4009-95FC-382A80C97AAE}">
      <dsp:nvSpPr>
        <dsp:cNvPr id="0" name=""/>
        <dsp:cNvSpPr/>
      </dsp:nvSpPr>
      <dsp:spPr>
        <a:xfrm>
          <a:off x="0" y="2529032"/>
          <a:ext cx="10927829" cy="75582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H4: Consistência e padrões</a:t>
          </a:r>
          <a:r>
            <a:rPr lang="pt-BR" sz="1900" kern="1200"/>
            <a:t>: Mantenha a mesma linguagem visual em todo o projeto.</a:t>
          </a:r>
          <a:endParaRPr lang="en-US" sz="1900" kern="1200"/>
        </a:p>
      </dsp:txBody>
      <dsp:txXfrm>
        <a:off x="36896" y="2565928"/>
        <a:ext cx="10854037" cy="682028"/>
      </dsp:txXfrm>
    </dsp:sp>
    <dsp:sp modelId="{F81A1362-AEF6-4611-96D7-6B652B4365DF}">
      <dsp:nvSpPr>
        <dsp:cNvPr id="0" name=""/>
        <dsp:cNvSpPr/>
      </dsp:nvSpPr>
      <dsp:spPr>
        <a:xfrm>
          <a:off x="0" y="3339572"/>
          <a:ext cx="10927829" cy="7558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H5: Prevenção de erros</a:t>
          </a:r>
          <a:r>
            <a:rPr lang="pt-BR" sz="1900" kern="1200"/>
            <a:t>: Melhore o design para que o erro nem chegue a acontecer.</a:t>
          </a:r>
          <a:endParaRPr lang="en-US" sz="1900" kern="1200"/>
        </a:p>
      </dsp:txBody>
      <dsp:txXfrm>
        <a:off x="36896" y="3376468"/>
        <a:ext cx="10854037" cy="68202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F25CC-5FB3-40B1-92A3-D3D4E85F9823}">
      <dsp:nvSpPr>
        <dsp:cNvPr id="0" name=""/>
        <dsp:cNvSpPr/>
      </dsp:nvSpPr>
      <dsp:spPr>
        <a:xfrm>
          <a:off x="0" y="97412"/>
          <a:ext cx="10927829" cy="7558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H6: Reconhecer em vez de relembrar</a:t>
          </a:r>
          <a:r>
            <a:rPr lang="pt-BR" sz="1900" kern="1200"/>
            <a:t>: Minimize a carga de memória do usuário (objetos e opções devem estar visíveis).</a:t>
          </a:r>
          <a:endParaRPr lang="en-US" sz="1900" kern="1200"/>
        </a:p>
      </dsp:txBody>
      <dsp:txXfrm>
        <a:off x="36896" y="134308"/>
        <a:ext cx="10854037" cy="682028"/>
      </dsp:txXfrm>
    </dsp:sp>
    <dsp:sp modelId="{B41D3DF4-852B-4C30-8882-178E857B8686}">
      <dsp:nvSpPr>
        <dsp:cNvPr id="0" name=""/>
        <dsp:cNvSpPr/>
      </dsp:nvSpPr>
      <dsp:spPr>
        <a:xfrm>
          <a:off x="0" y="907952"/>
          <a:ext cx="10927829" cy="75582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H7: Flexibilidade e eficiência</a:t>
          </a:r>
          <a:r>
            <a:rPr lang="pt-BR" sz="1900" kern="1200"/>
            <a:t>: Atalhos para usuários experientes (aceleradores).</a:t>
          </a:r>
          <a:endParaRPr lang="en-US" sz="1900" kern="1200"/>
        </a:p>
      </dsp:txBody>
      <dsp:txXfrm>
        <a:off x="36896" y="944848"/>
        <a:ext cx="10854037" cy="682028"/>
      </dsp:txXfrm>
    </dsp:sp>
    <dsp:sp modelId="{76FAE3B3-CEF5-400F-B5FC-E8678BAC27CF}">
      <dsp:nvSpPr>
        <dsp:cNvPr id="0" name=""/>
        <dsp:cNvSpPr/>
      </dsp:nvSpPr>
      <dsp:spPr>
        <a:xfrm>
          <a:off x="0" y="1718492"/>
          <a:ext cx="10927829" cy="75582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H8: Estética e design minimalista</a:t>
          </a:r>
          <a:r>
            <a:rPr lang="pt-BR" sz="1900" kern="1200"/>
            <a:t>: Remova informações irrelevantes que competem pela atenção.</a:t>
          </a:r>
          <a:endParaRPr lang="en-US" sz="1900" kern="1200"/>
        </a:p>
      </dsp:txBody>
      <dsp:txXfrm>
        <a:off x="36896" y="1755388"/>
        <a:ext cx="10854037" cy="682028"/>
      </dsp:txXfrm>
    </dsp:sp>
    <dsp:sp modelId="{293BD7B3-A4D3-4200-98B0-8B57B265FFB8}">
      <dsp:nvSpPr>
        <dsp:cNvPr id="0" name=""/>
        <dsp:cNvSpPr/>
      </dsp:nvSpPr>
      <dsp:spPr>
        <a:xfrm>
          <a:off x="0" y="2529032"/>
          <a:ext cx="10927829" cy="75582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H9: Recuperação de erros</a:t>
          </a:r>
          <a:r>
            <a:rPr lang="pt-BR" sz="1900" kern="1200"/>
            <a:t>: Mensagens de erro em linguagem clara que sugerem uma solução.</a:t>
          </a:r>
          <a:endParaRPr lang="en-US" sz="1900" kern="1200"/>
        </a:p>
      </dsp:txBody>
      <dsp:txXfrm>
        <a:off x="36896" y="2565928"/>
        <a:ext cx="10854037" cy="682028"/>
      </dsp:txXfrm>
    </dsp:sp>
    <dsp:sp modelId="{C420695F-C305-4CEA-BBBD-26DD5E6FF070}">
      <dsp:nvSpPr>
        <dsp:cNvPr id="0" name=""/>
        <dsp:cNvSpPr/>
      </dsp:nvSpPr>
      <dsp:spPr>
        <a:xfrm>
          <a:off x="0" y="3339572"/>
          <a:ext cx="10927829" cy="75582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H10: Ajuda e documentação</a:t>
          </a:r>
          <a:r>
            <a:rPr lang="pt-BR" sz="1900" kern="1200"/>
            <a:t>: Informação fácil de buscar e focada na tarefa.</a:t>
          </a:r>
          <a:endParaRPr lang="en-US" sz="1900" kern="1200"/>
        </a:p>
      </dsp:txBody>
      <dsp:txXfrm>
        <a:off x="36896" y="3376468"/>
        <a:ext cx="10854037" cy="68202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9EC1D6-4AA4-4E81-95FC-7F2F73B548A8}">
      <dsp:nvSpPr>
        <dsp:cNvPr id="0" name=""/>
        <dsp:cNvSpPr/>
      </dsp:nvSpPr>
      <dsp:spPr>
        <a:xfrm>
          <a:off x="853" y="21822"/>
          <a:ext cx="3457633" cy="41491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Atividade: </a:t>
          </a:r>
          <a:r>
            <a:rPr lang="pt-BR" sz="2200" kern="1200"/>
            <a:t>Durante o Quiz no Wayground, observem os erros da classe.</a:t>
          </a:r>
          <a:endParaRPr lang="en-US" sz="2200" kern="1200"/>
        </a:p>
      </dsp:txBody>
      <dsp:txXfrm>
        <a:off x="853" y="1681486"/>
        <a:ext cx="3457633" cy="2489496"/>
      </dsp:txXfrm>
    </dsp:sp>
    <dsp:sp modelId="{78EBD527-536A-42C3-BA51-9D9B9C2F98B8}">
      <dsp:nvSpPr>
        <dsp:cNvPr id="0" name=""/>
        <dsp:cNvSpPr/>
      </dsp:nvSpPr>
      <dsp:spPr>
        <a:xfrm>
          <a:off x="853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3" y="21822"/>
        <a:ext cx="3457633" cy="1659664"/>
      </dsp:txXfrm>
    </dsp:sp>
    <dsp:sp modelId="{DFDFCDFD-6032-48AB-9913-FA1E38F51AB3}">
      <dsp:nvSpPr>
        <dsp:cNvPr id="0" name=""/>
        <dsp:cNvSpPr/>
      </dsp:nvSpPr>
      <dsp:spPr>
        <a:xfrm>
          <a:off x="3735097" y="21822"/>
          <a:ext cx="3457633" cy="41491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Questão Crítica: </a:t>
          </a:r>
          <a:r>
            <a:rPr lang="pt-BR" sz="2200" kern="1200"/>
            <a:t>"Se 60% da sala errou uma questão de Usabilidade, o problema está no aluno (usuário) ou na pergunta (interface)?".</a:t>
          </a:r>
          <a:endParaRPr lang="en-US" sz="2200" kern="1200"/>
        </a:p>
      </dsp:txBody>
      <dsp:txXfrm>
        <a:off x="3735097" y="1681486"/>
        <a:ext cx="3457633" cy="2489496"/>
      </dsp:txXfrm>
    </dsp:sp>
    <dsp:sp modelId="{6FE69EFC-6FEB-45D6-8C94-55B779767C0F}">
      <dsp:nvSpPr>
        <dsp:cNvPr id="0" name=""/>
        <dsp:cNvSpPr/>
      </dsp:nvSpPr>
      <dsp:spPr>
        <a:xfrm>
          <a:off x="3735097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5097" y="21822"/>
        <a:ext cx="3457633" cy="1659664"/>
      </dsp:txXfrm>
    </dsp:sp>
    <dsp:sp modelId="{61D60BA5-4FB0-4404-8174-F9207F57BA16}">
      <dsp:nvSpPr>
        <dsp:cNvPr id="0" name=""/>
        <dsp:cNvSpPr/>
      </dsp:nvSpPr>
      <dsp:spPr>
        <a:xfrm>
          <a:off x="7469341" y="21822"/>
          <a:ext cx="3457633" cy="41491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/>
            <a:t>Conexão com a Prática: </a:t>
          </a:r>
          <a:r>
            <a:rPr lang="pt-BR" sz="2200" kern="1200"/>
            <a:t>Este raciocínio será usado no Google Forms para auditar o site sposito.github.io.</a:t>
          </a:r>
          <a:endParaRPr lang="en-US" sz="2200" kern="1200"/>
        </a:p>
      </dsp:txBody>
      <dsp:txXfrm>
        <a:off x="7469341" y="1681486"/>
        <a:ext cx="3457633" cy="2489496"/>
      </dsp:txXfrm>
    </dsp:sp>
    <dsp:sp modelId="{6375C756-6FF5-44C9-A6A9-9B71080FBF46}">
      <dsp:nvSpPr>
        <dsp:cNvPr id="0" name=""/>
        <dsp:cNvSpPr/>
      </dsp:nvSpPr>
      <dsp:spPr>
        <a:xfrm>
          <a:off x="7469341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9341" y="21822"/>
        <a:ext cx="3457633" cy="16596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74A9E-4933-72D7-0312-B1DA37ADF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F7A29D-5BC5-D3C8-1D66-56612994F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D4D872-A243-4959-06EF-3BAB358CF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F3AA-1116-4EBE-BAB5-38E7900E4F0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BAED9A-94E1-677C-1C23-D81D492E8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0A0440-120F-AD02-0D8D-D377373FF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53A7-AFF1-4A2F-A16C-0171E604B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608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2B164-D0BE-F790-CB5D-4BEE145B9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752D62-64ED-87DE-B585-0FC171829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1F5762-182B-36A8-2A6E-5A2A9D6B8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F3AA-1116-4EBE-BAB5-38E7900E4F0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EA21A7-810E-AED0-76A9-0C208BAB0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7AB90D-19EC-8324-3260-9ED02B9A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53A7-AFF1-4A2F-A16C-0171E604B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680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90A9E-AB66-E059-1F9A-A27F7D947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A472E1-544D-1256-7D64-89FA43972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4DE5B0-6362-D68F-0099-1D8A44E55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F3AA-1116-4EBE-BAB5-38E7900E4F0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774D21-904E-B046-F046-AFDDBDED4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8B786C-E1AA-2358-B47E-7006196B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53A7-AFF1-4A2F-A16C-0171E604B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0195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B0851-338C-D89C-E6FA-39537364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D909DD-21BB-7FEB-E477-E80107ACD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D5159D-4B1B-CA71-7D1E-50B7CC215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6A1E46-B044-A072-EA14-8F3A003FD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F3AA-1116-4EBE-BAB5-38E7900E4F0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E51C93-B773-7FDA-5F65-B01BDD18C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5379DE-BCE3-6DCE-D76E-44391F883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53A7-AFF1-4A2F-A16C-0171E604B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73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DCBC6-535D-6B80-63F7-776F729AA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0B8B88-3982-5CB5-096C-F0F2E8E03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58E2A4-78DB-83C1-30D0-B495FCD3A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909E42F-D880-531C-2695-F10BAE17AF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39D61D-A390-1BC6-7BEB-7DF000CFA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3D48D9-FCB2-46B8-D143-3AE44CE6C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F3AA-1116-4EBE-BAB5-38E7900E4F0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3DF4331-B98B-9B13-E9CD-93CAA09F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355EC3-0320-0244-F92C-DE92971A2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53A7-AFF1-4A2F-A16C-0171E604B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573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70BBB-48B9-E37B-4CEE-731D39E7D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32E38FD-7575-6468-6B4B-139596832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F3AA-1116-4EBE-BAB5-38E7900E4F0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DA64249-938C-8EE9-FE0C-23A58F8F9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111E25A-A0CB-5E34-8266-4DC3A0A85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53A7-AFF1-4A2F-A16C-0171E604B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60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F030094-A3EA-9A99-B497-94091E47F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F3AA-1116-4EBE-BAB5-38E7900E4F0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40B3654-5238-3884-56B5-23846399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151E68-1E72-F61A-075E-B2CFEB326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53A7-AFF1-4A2F-A16C-0171E604B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74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CE985-C8B6-5E55-A90B-60F122F6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7D5865-9FD6-7220-88A5-28AB5CAD7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49D3656-C9BD-AE1B-82F6-80762B514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F70842-8AB2-7506-E324-2D25FC689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F3AA-1116-4EBE-BAB5-38E7900E4F0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E77FDA-0CAD-AB25-9EE9-AE88B3BA2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0DBED9-C7F4-0B78-0214-CB01A691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53A7-AFF1-4A2F-A16C-0171E604B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4783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5B8BE5-97AF-5647-9437-C9F622566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5B6316-345F-FCBA-F0C9-66D39BE72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8703FE0-DF0D-652D-06A9-E5060626F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3574A6-D5A0-1B70-D037-E2F5ED0F8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F3AA-1116-4EBE-BAB5-38E7900E4F0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A1A502-2BB4-A4F3-D6ED-83B84008D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A4BDA6-EC13-8220-A1B0-9C6611B89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53A7-AFF1-4A2F-A16C-0171E604B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179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A29D6-E70E-E80A-8BAE-194A97D28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FE74B6-FE20-C5AD-B89A-B7D8E2012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A10A9C-127C-8F28-9BF9-D3EFF7600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F3AA-1116-4EBE-BAB5-38E7900E4F0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3D11E-1CBF-396A-95CB-49F463F6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F1BB88-A997-6155-2324-133F46E3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53A7-AFF1-4A2F-A16C-0171E604B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4142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FD03D0-5F30-854B-74B0-ECACAFEFF7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34BA19-41EA-3E27-8A67-462A98405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0A98AC-8B67-5D35-3A72-A9A1751E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BF3AA-1116-4EBE-BAB5-38E7900E4F0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1F2640-6D58-D5E4-6FF6-EC169F47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0EC5A9-05E2-D6E0-8832-0E2C75834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353A7-AFF1-4A2F-A16C-0171E604B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828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DC391AB-863B-9107-BFAF-77F042B10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9DB2BF-2114-1420-14A5-E5688D958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322D4E-B77E-A491-C8BF-89F657916B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BF3AA-1116-4EBE-BAB5-38E7900E4F0F}" type="datetimeFigureOut">
              <a:rPr lang="pt-BR" smtClean="0"/>
              <a:t>27/02/2026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7D0F0A-F839-02B7-A549-6C591A5359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602D61-1135-07BC-5E61-26FD68FC7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E353A7-AFF1-4A2F-A16C-0171E604B6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0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1386C7-96A8-5E92-9D9A-1416AD2C4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pt-BR" sz="5200"/>
              <a:t>Revisão Integrada: IHC, Usabilidade e Heurísticas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BF5E80-2EAB-E7ED-C47C-0D42B526D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r>
              <a:rPr lang="pt-BR" sz="1900"/>
              <a:t>Preparação para Prática e Debate de Percepção</a:t>
            </a:r>
          </a:p>
          <a:p>
            <a:pPr algn="l"/>
            <a:endParaRPr lang="pt-BR" sz="1900"/>
          </a:p>
          <a:p>
            <a:pPr algn="l"/>
            <a:r>
              <a:rPr lang="pt-BR" sz="1900"/>
              <a:t>Profº Dr. Lincoln Sposito</a:t>
            </a:r>
          </a:p>
          <a:p>
            <a:pPr algn="l"/>
            <a:r>
              <a:rPr lang="pt-BR" sz="1900"/>
              <a:t>Transição da Teoria para a Engenharia de Software</a:t>
            </a:r>
          </a:p>
        </p:txBody>
      </p:sp>
      <p:pic>
        <p:nvPicPr>
          <p:cNvPr id="7" name="Graphic 6" descr="Marca de seleção">
            <a:extLst>
              <a:ext uri="{FF2B5EF4-FFF2-40B4-BE49-F238E27FC236}">
                <a16:creationId xmlns:a16="http://schemas.microsoft.com/office/drawing/2014/main" id="{496999CA-AECE-E72D-7EEE-F32D4DE56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Marca de seleção">
            <a:extLst>
              <a:ext uri="{FF2B5EF4-FFF2-40B4-BE49-F238E27FC236}">
                <a16:creationId xmlns:a16="http://schemas.microsoft.com/office/drawing/2014/main" id="{958D55E8-3367-431D-8734-DA51C41BE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87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E73208-4EE1-C10D-10E4-A57265935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Aula 1 - A Evolução e o Papel da IHC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6CC72488-4DBC-95D9-A9F3-54B7D44ABD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435885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5579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84BFBE-4D9E-C9F5-E871-C1668A43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Aula 2 - Pilares da Usabilidade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49CBC2EC-0CF5-99B1-928C-10C0CD26CD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511720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361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A77D84-46AD-87E8-C36C-842F9F33D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Aula 2 - Acessibilidade (WCAG)</a:t>
            </a:r>
          </a:p>
        </p:txBody>
      </p:sp>
      <p:graphicFrame>
        <p:nvGraphicFramePr>
          <p:cNvPr id="21" name="Espaço Reservado para Conteúdo 2">
            <a:extLst>
              <a:ext uri="{FF2B5EF4-FFF2-40B4-BE49-F238E27FC236}">
                <a16:creationId xmlns:a16="http://schemas.microsoft.com/office/drawing/2014/main" id="{826CA31D-CEA1-4968-6649-8644EAF51F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251569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240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05FDE1-B2DB-65E2-9D85-FEE4326DD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Aula 3 - Heurísticas de Nielsen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B186C300-EE12-5F75-806C-450CCAB0F9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417279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1790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38A9CE-AD32-F43F-CB10-35435D10E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4000">
                <a:solidFill>
                  <a:srgbClr val="FFFFFF"/>
                </a:solidFill>
              </a:rPr>
              <a:t>Aula 3 - Análise de Interfaces e Protótipos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F0ED3382-3833-90C4-A64A-57D0DFB474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388437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3449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144EBA-1CDD-61E0-3FD0-5701C8BEF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3400">
                <a:solidFill>
                  <a:srgbClr val="FFFFFF"/>
                </a:solidFill>
              </a:rPr>
              <a:t>As 10 Heurísticas de Nielsen (Resumo das Aulas 1-3)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D16A92B8-C2CC-F082-CFD1-E3D04BA9D3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082681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1253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74EDB-1403-D416-8DA5-1858954E5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14D128-23C3-0D6C-D7F1-9C71A7404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3400" dirty="0">
                <a:solidFill>
                  <a:srgbClr val="FFFFFF"/>
                </a:solidFill>
              </a:rPr>
              <a:t>As 10 Heurísticas de Nielsen (Resumo das Aulas 1-3)</a:t>
            </a:r>
          </a:p>
        </p:txBody>
      </p:sp>
      <p:graphicFrame>
        <p:nvGraphicFramePr>
          <p:cNvPr id="21" name="Espaço Reservado para Conteúdo 2">
            <a:extLst>
              <a:ext uri="{FF2B5EF4-FFF2-40B4-BE49-F238E27FC236}">
                <a16:creationId xmlns:a16="http://schemas.microsoft.com/office/drawing/2014/main" id="{A95D95E2-A442-F1AD-B644-4DA50E2893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628984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8765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602FA7-0605-6EC0-F094-EF15C22E3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pt-BR" sz="2800">
                <a:solidFill>
                  <a:srgbClr val="FFFFFF"/>
                </a:solidFill>
              </a:rPr>
              <a:t>Exercício de Fixação e Debate </a:t>
            </a:r>
            <a:br>
              <a:rPr lang="pt-BR" sz="2800">
                <a:solidFill>
                  <a:srgbClr val="FFFFFF"/>
                </a:solidFill>
              </a:rPr>
            </a:br>
            <a:r>
              <a:rPr lang="pt-BR" sz="2800">
                <a:solidFill>
                  <a:srgbClr val="FFFFFF"/>
                </a:solidFill>
              </a:rPr>
              <a:t>(Slide de Apoio ao Quiz)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084B121-D5E3-0CE9-011E-F92932818B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28176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61803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677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do Office</vt:lpstr>
      <vt:lpstr>Revisão Integrada: IHC, Usabilidade e Heurísticas</vt:lpstr>
      <vt:lpstr>Aula 1 - A Evolução e o Papel da IHC</vt:lpstr>
      <vt:lpstr>Aula 2 - Pilares da Usabilidade</vt:lpstr>
      <vt:lpstr>Aula 2 - Acessibilidade (WCAG)</vt:lpstr>
      <vt:lpstr>Aula 3 - Heurísticas de Nielsen</vt:lpstr>
      <vt:lpstr>Aula 3 - Análise de Interfaces e Protótipos</vt:lpstr>
      <vt:lpstr>As 10 Heurísticas de Nielsen (Resumo das Aulas 1-3)</vt:lpstr>
      <vt:lpstr>As 10 Heurísticas de Nielsen (Resumo das Aulas 1-3)</vt:lpstr>
      <vt:lpstr>Exercício de Fixação e Debate  (Slide de Apoio ao Quiz)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Lincoln Sposito</dc:creator>
  <cp:lastModifiedBy>Lincoln Sposito</cp:lastModifiedBy>
  <cp:revision>3</cp:revision>
  <dcterms:created xsi:type="dcterms:W3CDTF">2026-02-27T17:05:20Z</dcterms:created>
  <dcterms:modified xsi:type="dcterms:W3CDTF">2026-02-27T17:37:23Z</dcterms:modified>
</cp:coreProperties>
</file>