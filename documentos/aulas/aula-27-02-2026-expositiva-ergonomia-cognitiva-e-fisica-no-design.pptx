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70" r:id="rId5"/>
    <p:sldId id="258" r:id="rId6"/>
    <p:sldId id="259" r:id="rId7"/>
    <p:sldId id="264" r:id="rId8"/>
    <p:sldId id="268" r:id="rId9"/>
    <p:sldId id="266" r:id="rId10"/>
    <p:sldId id="260" r:id="rId11"/>
    <p:sldId id="269" r:id="rId12"/>
    <p:sldId id="261" r:id="rId13"/>
    <p:sldId id="265" r:id="rId14"/>
    <p:sldId id="271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DE0FD1-98A4-43C7-AEB2-6D40B00CC07A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A804B1D-9BD8-4504-B3D6-33588FA9E974}">
      <dgm:prSet/>
      <dgm:spPr/>
      <dgm:t>
        <a:bodyPr/>
        <a:lstStyle/>
        <a:p>
          <a:r>
            <a:rPr lang="pt-BR"/>
            <a:t>"A </a:t>
          </a:r>
          <a:r>
            <a:rPr lang="pt-BR" b="1"/>
            <a:t>ergonomia cognitiva</a:t>
          </a:r>
          <a:r>
            <a:rPr lang="pt-BR"/>
            <a:t> estuda os </a:t>
          </a:r>
          <a:r>
            <a:rPr lang="pt-BR" b="1"/>
            <a:t>processos mentais</a:t>
          </a:r>
          <a:r>
            <a:rPr lang="pt-BR"/>
            <a:t>, tais como </a:t>
          </a:r>
          <a:r>
            <a:rPr lang="pt-BR" u="sng"/>
            <a:t>percepção, memória, raciocínio e resposta motora</a:t>
          </a:r>
          <a:r>
            <a:rPr lang="pt-BR"/>
            <a:t>, uma vez que eles afetam as </a:t>
          </a:r>
          <a:r>
            <a:rPr lang="pt-BR" u="sng"/>
            <a:t>interações entre seres humanos </a:t>
          </a:r>
          <a:r>
            <a:rPr lang="pt-BR"/>
            <a:t>e outros elementos de um sistema" </a:t>
          </a:r>
          <a:r>
            <a:rPr lang="pt-BR" b="1"/>
            <a:t>(Benyon, 2011, p. 385)</a:t>
          </a:r>
          <a:r>
            <a:rPr lang="pt-BR"/>
            <a:t>.</a:t>
          </a:r>
          <a:endParaRPr lang="en-US"/>
        </a:p>
      </dgm:t>
    </dgm:pt>
    <dgm:pt modelId="{3FAD2C62-9305-40BB-A02D-F07B9F0375AA}" type="parTrans" cxnId="{1574474E-06A3-41C9-817F-55205DB72683}">
      <dgm:prSet/>
      <dgm:spPr/>
      <dgm:t>
        <a:bodyPr/>
        <a:lstStyle/>
        <a:p>
          <a:endParaRPr lang="en-US"/>
        </a:p>
      </dgm:t>
    </dgm:pt>
    <dgm:pt modelId="{7785A983-0074-4F39-A17B-225EDC122743}" type="sibTrans" cxnId="{1574474E-06A3-41C9-817F-55205DB72683}">
      <dgm:prSet/>
      <dgm:spPr/>
      <dgm:t>
        <a:bodyPr/>
        <a:lstStyle/>
        <a:p>
          <a:endParaRPr lang="en-US"/>
        </a:p>
      </dgm:t>
    </dgm:pt>
    <dgm:pt modelId="{396E59FB-5F91-4540-B1CE-44661F6BC490}">
      <dgm:prSet/>
      <dgm:spPr/>
      <dgm:t>
        <a:bodyPr/>
        <a:lstStyle/>
        <a:p>
          <a:r>
            <a:rPr lang="pt-BR"/>
            <a:t>"O </a:t>
          </a:r>
          <a:r>
            <a:rPr lang="pt-BR" b="1"/>
            <a:t>projeto de interfaces </a:t>
          </a:r>
          <a:r>
            <a:rPr lang="pt-BR"/>
            <a:t>deve considerar as limitações físicas e cognitivas do ser humano para garantir que a interação não cause </a:t>
          </a:r>
          <a:r>
            <a:rPr lang="pt-BR" u="sng"/>
            <a:t>fadiga, erro ou frustração</a:t>
          </a:r>
          <a:r>
            <a:rPr lang="pt-BR"/>
            <a:t>, promovendo a </a:t>
          </a:r>
          <a:r>
            <a:rPr lang="pt-BR" b="1"/>
            <a:t>usabilidade plena</a:t>
          </a:r>
          <a:r>
            <a:rPr lang="pt-BR"/>
            <a:t>" </a:t>
          </a:r>
          <a:r>
            <a:rPr lang="pt-BR" b="1"/>
            <a:t>(Barreto et al., 2018, p. 42)</a:t>
          </a:r>
          <a:r>
            <a:rPr lang="pt-BR"/>
            <a:t>.</a:t>
          </a:r>
          <a:endParaRPr lang="en-US"/>
        </a:p>
      </dgm:t>
    </dgm:pt>
    <dgm:pt modelId="{323D25AD-43DB-4880-B66C-A70F0F0251E9}" type="parTrans" cxnId="{0EE281BE-75D9-472B-BF6D-7BA871841661}">
      <dgm:prSet/>
      <dgm:spPr/>
      <dgm:t>
        <a:bodyPr/>
        <a:lstStyle/>
        <a:p>
          <a:endParaRPr lang="en-US"/>
        </a:p>
      </dgm:t>
    </dgm:pt>
    <dgm:pt modelId="{70F2D4A5-B166-4470-BE66-2F376374B9D3}" type="sibTrans" cxnId="{0EE281BE-75D9-472B-BF6D-7BA871841661}">
      <dgm:prSet/>
      <dgm:spPr/>
      <dgm:t>
        <a:bodyPr/>
        <a:lstStyle/>
        <a:p>
          <a:endParaRPr lang="en-US"/>
        </a:p>
      </dgm:t>
    </dgm:pt>
    <dgm:pt modelId="{F166CF53-BCFA-43BB-87C9-D9BE57F432B9}">
      <dgm:prSet/>
      <dgm:spPr/>
      <dgm:t>
        <a:bodyPr/>
        <a:lstStyle/>
        <a:p>
          <a:r>
            <a:rPr lang="pt-BR"/>
            <a:t>"</a:t>
          </a:r>
          <a:r>
            <a:rPr lang="pt-BR" b="1"/>
            <a:t>Interface</a:t>
          </a:r>
          <a:r>
            <a:rPr lang="pt-BR"/>
            <a:t> é o meio pelo qual usuários interagem com um software. Uma boa interface deve ser </a:t>
          </a:r>
          <a:r>
            <a:rPr lang="pt-BR" u="sng"/>
            <a:t>simples, intuitiva e consistente</a:t>
          </a:r>
          <a:r>
            <a:rPr lang="pt-BR"/>
            <a:t>, </a:t>
          </a:r>
          <a:r>
            <a:rPr lang="pt-BR" b="1"/>
            <a:t>minimizando o esforço cognitivo </a:t>
          </a:r>
          <a:r>
            <a:rPr lang="pt-BR"/>
            <a:t>necessário para realizar tarefas" </a:t>
          </a:r>
          <a:r>
            <a:rPr lang="pt-BR" b="1"/>
            <a:t>(Valente, 2020, p. 290)</a:t>
          </a:r>
          <a:r>
            <a:rPr lang="pt-BR"/>
            <a:t>.</a:t>
          </a:r>
          <a:endParaRPr lang="en-US"/>
        </a:p>
      </dgm:t>
    </dgm:pt>
    <dgm:pt modelId="{15AEC15D-E2C4-4237-9485-17E35FA967BC}" type="parTrans" cxnId="{421882B0-5DA0-423E-B439-CE401175B57E}">
      <dgm:prSet/>
      <dgm:spPr/>
      <dgm:t>
        <a:bodyPr/>
        <a:lstStyle/>
        <a:p>
          <a:endParaRPr lang="en-US"/>
        </a:p>
      </dgm:t>
    </dgm:pt>
    <dgm:pt modelId="{9132C58C-3F61-4656-A5C4-BF9771115793}" type="sibTrans" cxnId="{421882B0-5DA0-423E-B439-CE401175B57E}">
      <dgm:prSet/>
      <dgm:spPr/>
      <dgm:t>
        <a:bodyPr/>
        <a:lstStyle/>
        <a:p>
          <a:endParaRPr lang="en-US"/>
        </a:p>
      </dgm:t>
    </dgm:pt>
    <dgm:pt modelId="{9F548897-60ED-4B8B-94B5-7AEF783BF70E}" type="pres">
      <dgm:prSet presAssocID="{DDDE0FD1-98A4-43C7-AEB2-6D40B00CC07A}" presName="Name0" presStyleCnt="0">
        <dgm:presLayoutVars>
          <dgm:dir/>
          <dgm:resizeHandles val="exact"/>
        </dgm:presLayoutVars>
      </dgm:prSet>
      <dgm:spPr/>
    </dgm:pt>
    <dgm:pt modelId="{6FF74F25-9388-475E-9EC8-ACB5CBEA1528}" type="pres">
      <dgm:prSet presAssocID="{0A804B1D-9BD8-4504-B3D6-33588FA9E974}" presName="node" presStyleLbl="node1" presStyleIdx="0" presStyleCnt="3">
        <dgm:presLayoutVars>
          <dgm:bulletEnabled val="1"/>
        </dgm:presLayoutVars>
      </dgm:prSet>
      <dgm:spPr/>
    </dgm:pt>
    <dgm:pt modelId="{4A3DB04F-5616-4E13-970E-6DB71E344526}" type="pres">
      <dgm:prSet presAssocID="{7785A983-0074-4F39-A17B-225EDC122743}" presName="sibTrans" presStyleLbl="sibTrans2D1" presStyleIdx="0" presStyleCnt="2"/>
      <dgm:spPr/>
    </dgm:pt>
    <dgm:pt modelId="{7977E33F-C0BD-42A9-AE17-13D8681E1866}" type="pres">
      <dgm:prSet presAssocID="{7785A983-0074-4F39-A17B-225EDC122743}" presName="connectorText" presStyleLbl="sibTrans2D1" presStyleIdx="0" presStyleCnt="2"/>
      <dgm:spPr/>
    </dgm:pt>
    <dgm:pt modelId="{310B0F48-FA5C-4B55-866D-76A8E0A86B3A}" type="pres">
      <dgm:prSet presAssocID="{396E59FB-5F91-4540-B1CE-44661F6BC490}" presName="node" presStyleLbl="node1" presStyleIdx="1" presStyleCnt="3">
        <dgm:presLayoutVars>
          <dgm:bulletEnabled val="1"/>
        </dgm:presLayoutVars>
      </dgm:prSet>
      <dgm:spPr/>
    </dgm:pt>
    <dgm:pt modelId="{D09671A6-9DB5-4392-916D-185F4FF0207D}" type="pres">
      <dgm:prSet presAssocID="{70F2D4A5-B166-4470-BE66-2F376374B9D3}" presName="sibTrans" presStyleLbl="sibTrans2D1" presStyleIdx="1" presStyleCnt="2"/>
      <dgm:spPr/>
    </dgm:pt>
    <dgm:pt modelId="{2813F13C-A5BC-4D01-A175-240B71815AF7}" type="pres">
      <dgm:prSet presAssocID="{70F2D4A5-B166-4470-BE66-2F376374B9D3}" presName="connectorText" presStyleLbl="sibTrans2D1" presStyleIdx="1" presStyleCnt="2"/>
      <dgm:spPr/>
    </dgm:pt>
    <dgm:pt modelId="{363E09DC-5E7D-4C2B-BDC6-ECA69419E04A}" type="pres">
      <dgm:prSet presAssocID="{F166CF53-BCFA-43BB-87C9-D9BE57F432B9}" presName="node" presStyleLbl="node1" presStyleIdx="2" presStyleCnt="3">
        <dgm:presLayoutVars>
          <dgm:bulletEnabled val="1"/>
        </dgm:presLayoutVars>
      </dgm:prSet>
      <dgm:spPr/>
    </dgm:pt>
  </dgm:ptLst>
  <dgm:cxnLst>
    <dgm:cxn modelId="{4C1CB40D-138F-4CE7-9210-8BACAE62792A}" type="presOf" srcId="{7785A983-0074-4F39-A17B-225EDC122743}" destId="{4A3DB04F-5616-4E13-970E-6DB71E344526}" srcOrd="0" destOrd="0" presId="urn:microsoft.com/office/officeart/2005/8/layout/process1"/>
    <dgm:cxn modelId="{9C65824A-EE1C-488A-BDE1-8D2EBDF62111}" type="presOf" srcId="{70F2D4A5-B166-4470-BE66-2F376374B9D3}" destId="{2813F13C-A5BC-4D01-A175-240B71815AF7}" srcOrd="1" destOrd="0" presId="urn:microsoft.com/office/officeart/2005/8/layout/process1"/>
    <dgm:cxn modelId="{1574474E-06A3-41C9-817F-55205DB72683}" srcId="{DDDE0FD1-98A4-43C7-AEB2-6D40B00CC07A}" destId="{0A804B1D-9BD8-4504-B3D6-33588FA9E974}" srcOrd="0" destOrd="0" parTransId="{3FAD2C62-9305-40BB-A02D-F07B9F0375AA}" sibTransId="{7785A983-0074-4F39-A17B-225EDC122743}"/>
    <dgm:cxn modelId="{9C3A934F-B4E6-49FB-B7B3-53D63BED4009}" type="presOf" srcId="{7785A983-0074-4F39-A17B-225EDC122743}" destId="{7977E33F-C0BD-42A9-AE17-13D8681E1866}" srcOrd="1" destOrd="0" presId="urn:microsoft.com/office/officeart/2005/8/layout/process1"/>
    <dgm:cxn modelId="{0A569B75-AE97-4F75-8E4A-85F93554EB2D}" type="presOf" srcId="{396E59FB-5F91-4540-B1CE-44661F6BC490}" destId="{310B0F48-FA5C-4B55-866D-76A8E0A86B3A}" srcOrd="0" destOrd="0" presId="urn:microsoft.com/office/officeart/2005/8/layout/process1"/>
    <dgm:cxn modelId="{0650078E-4606-437F-9A80-0A1BA6192399}" type="presOf" srcId="{F166CF53-BCFA-43BB-87C9-D9BE57F432B9}" destId="{363E09DC-5E7D-4C2B-BDC6-ECA69419E04A}" srcOrd="0" destOrd="0" presId="urn:microsoft.com/office/officeart/2005/8/layout/process1"/>
    <dgm:cxn modelId="{D2E1B99E-717B-46E8-A305-FBF4614C514E}" type="presOf" srcId="{70F2D4A5-B166-4470-BE66-2F376374B9D3}" destId="{D09671A6-9DB5-4392-916D-185F4FF0207D}" srcOrd="0" destOrd="0" presId="urn:microsoft.com/office/officeart/2005/8/layout/process1"/>
    <dgm:cxn modelId="{421882B0-5DA0-423E-B439-CE401175B57E}" srcId="{DDDE0FD1-98A4-43C7-AEB2-6D40B00CC07A}" destId="{F166CF53-BCFA-43BB-87C9-D9BE57F432B9}" srcOrd="2" destOrd="0" parTransId="{15AEC15D-E2C4-4237-9485-17E35FA967BC}" sibTransId="{9132C58C-3F61-4656-A5C4-BF9771115793}"/>
    <dgm:cxn modelId="{0EE281BE-75D9-472B-BF6D-7BA871841661}" srcId="{DDDE0FD1-98A4-43C7-AEB2-6D40B00CC07A}" destId="{396E59FB-5F91-4540-B1CE-44661F6BC490}" srcOrd="1" destOrd="0" parTransId="{323D25AD-43DB-4880-B66C-A70F0F0251E9}" sibTransId="{70F2D4A5-B166-4470-BE66-2F376374B9D3}"/>
    <dgm:cxn modelId="{307402C3-345A-4EBF-A423-2788B198C9BD}" type="presOf" srcId="{0A804B1D-9BD8-4504-B3D6-33588FA9E974}" destId="{6FF74F25-9388-475E-9EC8-ACB5CBEA1528}" srcOrd="0" destOrd="0" presId="urn:microsoft.com/office/officeart/2005/8/layout/process1"/>
    <dgm:cxn modelId="{722426C9-36B0-47A4-87D1-40422AECD1BC}" type="presOf" srcId="{DDDE0FD1-98A4-43C7-AEB2-6D40B00CC07A}" destId="{9F548897-60ED-4B8B-94B5-7AEF783BF70E}" srcOrd="0" destOrd="0" presId="urn:microsoft.com/office/officeart/2005/8/layout/process1"/>
    <dgm:cxn modelId="{77807750-B413-4F29-BE8C-585220C7220B}" type="presParOf" srcId="{9F548897-60ED-4B8B-94B5-7AEF783BF70E}" destId="{6FF74F25-9388-475E-9EC8-ACB5CBEA1528}" srcOrd="0" destOrd="0" presId="urn:microsoft.com/office/officeart/2005/8/layout/process1"/>
    <dgm:cxn modelId="{9D35E3C6-FF57-48EA-9281-4AB7E109AEF0}" type="presParOf" srcId="{9F548897-60ED-4B8B-94B5-7AEF783BF70E}" destId="{4A3DB04F-5616-4E13-970E-6DB71E344526}" srcOrd="1" destOrd="0" presId="urn:microsoft.com/office/officeart/2005/8/layout/process1"/>
    <dgm:cxn modelId="{0A045BCB-DB6D-4A75-A36C-500EA4B617DB}" type="presParOf" srcId="{4A3DB04F-5616-4E13-970E-6DB71E344526}" destId="{7977E33F-C0BD-42A9-AE17-13D8681E1866}" srcOrd="0" destOrd="0" presId="urn:microsoft.com/office/officeart/2005/8/layout/process1"/>
    <dgm:cxn modelId="{902E5C73-49B5-4C59-A192-B7B78F9B1B05}" type="presParOf" srcId="{9F548897-60ED-4B8B-94B5-7AEF783BF70E}" destId="{310B0F48-FA5C-4B55-866D-76A8E0A86B3A}" srcOrd="2" destOrd="0" presId="urn:microsoft.com/office/officeart/2005/8/layout/process1"/>
    <dgm:cxn modelId="{B3C9E06B-F7E1-4E3B-AA46-B52216D9B8AF}" type="presParOf" srcId="{9F548897-60ED-4B8B-94B5-7AEF783BF70E}" destId="{D09671A6-9DB5-4392-916D-185F4FF0207D}" srcOrd="3" destOrd="0" presId="urn:microsoft.com/office/officeart/2005/8/layout/process1"/>
    <dgm:cxn modelId="{A814B3CA-BFF4-4F64-9454-392633B02B1A}" type="presParOf" srcId="{D09671A6-9DB5-4392-916D-185F4FF0207D}" destId="{2813F13C-A5BC-4D01-A175-240B71815AF7}" srcOrd="0" destOrd="0" presId="urn:microsoft.com/office/officeart/2005/8/layout/process1"/>
    <dgm:cxn modelId="{01D17271-37B4-4B9D-91CD-8BE891C188D3}" type="presParOf" srcId="{9F548897-60ED-4B8B-94B5-7AEF783BF70E}" destId="{363E09DC-5E7D-4C2B-BDC6-ECA69419E04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51F5B6-8BE5-481D-917F-8AE7503DF35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4D4AEF-8536-4C43-A273-577A8DF4D5E7}">
      <dgm:prSet/>
      <dgm:spPr/>
      <dgm:t>
        <a:bodyPr/>
        <a:lstStyle/>
        <a:p>
          <a:r>
            <a:rPr lang="pt-BR" b="1"/>
            <a:t>Marketing Digital &amp; UX:</a:t>
          </a:r>
          <a:r>
            <a:rPr lang="pt-BR"/>
            <a:t> A interface como ferramenta de conversão de negócios.</a:t>
          </a:r>
          <a:endParaRPr lang="en-US"/>
        </a:p>
      </dgm:t>
    </dgm:pt>
    <dgm:pt modelId="{A756737B-CDF9-47C7-BCD8-C175D9D2AA2C}" type="parTrans" cxnId="{2AF3993F-02B6-4773-BBE2-DF2D4E39AF5E}">
      <dgm:prSet/>
      <dgm:spPr/>
      <dgm:t>
        <a:bodyPr/>
        <a:lstStyle/>
        <a:p>
          <a:endParaRPr lang="en-US"/>
        </a:p>
      </dgm:t>
    </dgm:pt>
    <dgm:pt modelId="{B2DC40E9-7C84-4E3A-A0A2-E199CDE4D40A}" type="sibTrans" cxnId="{2AF3993F-02B6-4773-BBE2-DF2D4E39AF5E}">
      <dgm:prSet/>
      <dgm:spPr/>
      <dgm:t>
        <a:bodyPr/>
        <a:lstStyle/>
        <a:p>
          <a:endParaRPr lang="en-US"/>
        </a:p>
      </dgm:t>
    </dgm:pt>
    <dgm:pt modelId="{204F0D4B-39A0-4E2C-BD18-8029F2C77FA9}">
      <dgm:prSet/>
      <dgm:spPr/>
      <dgm:t>
        <a:bodyPr/>
        <a:lstStyle/>
        <a:p>
          <a:r>
            <a:rPr lang="pt-BR" b="1"/>
            <a:t>SEO (Visibilidade):</a:t>
          </a:r>
          <a:r>
            <a:rPr lang="pt-BR"/>
            <a:t> Estrutura de informação e performance para indexação e primeiro contato.</a:t>
          </a:r>
          <a:endParaRPr lang="en-US"/>
        </a:p>
      </dgm:t>
    </dgm:pt>
    <dgm:pt modelId="{BFD93816-CB72-4C87-A0BA-C9E4C0AE049C}" type="parTrans" cxnId="{973F257A-B811-46FB-AC92-55B60019DFE5}">
      <dgm:prSet/>
      <dgm:spPr/>
      <dgm:t>
        <a:bodyPr/>
        <a:lstStyle/>
        <a:p>
          <a:endParaRPr lang="en-US"/>
        </a:p>
      </dgm:t>
    </dgm:pt>
    <dgm:pt modelId="{9940359D-FA89-4348-A159-C7DD33CDB5B7}" type="sibTrans" cxnId="{973F257A-B811-46FB-AC92-55B60019DFE5}">
      <dgm:prSet/>
      <dgm:spPr/>
      <dgm:t>
        <a:bodyPr/>
        <a:lstStyle/>
        <a:p>
          <a:endParaRPr lang="en-US"/>
        </a:p>
      </dgm:t>
    </dgm:pt>
    <dgm:pt modelId="{1D7233E7-B1CF-42C1-9810-7FBEA377C41B}">
      <dgm:prSet/>
      <dgm:spPr/>
      <dgm:t>
        <a:bodyPr/>
        <a:lstStyle/>
        <a:p>
          <a:r>
            <a:rPr lang="pt-BR" b="1"/>
            <a:t>Retenção (Engajamento):</a:t>
          </a:r>
          <a:r>
            <a:rPr lang="pt-BR"/>
            <a:t> Redução da fricção para manter o usuário ativo no ecossistema.</a:t>
          </a:r>
          <a:endParaRPr lang="en-US"/>
        </a:p>
      </dgm:t>
    </dgm:pt>
    <dgm:pt modelId="{689FDD60-9BFC-4F98-A6BA-8E8F64DA08C8}" type="parTrans" cxnId="{D247146A-F065-4FDD-BA9F-12C8E40D3E3E}">
      <dgm:prSet/>
      <dgm:spPr/>
      <dgm:t>
        <a:bodyPr/>
        <a:lstStyle/>
        <a:p>
          <a:endParaRPr lang="en-US"/>
        </a:p>
      </dgm:t>
    </dgm:pt>
    <dgm:pt modelId="{1F73251A-4841-411F-8E9D-9F1666422623}" type="sibTrans" cxnId="{D247146A-F065-4FDD-BA9F-12C8E40D3E3E}">
      <dgm:prSet/>
      <dgm:spPr/>
      <dgm:t>
        <a:bodyPr/>
        <a:lstStyle/>
        <a:p>
          <a:endParaRPr lang="en-US"/>
        </a:p>
      </dgm:t>
    </dgm:pt>
    <dgm:pt modelId="{AE6B1BFC-876E-4E59-91D8-07D2302663A1}">
      <dgm:prSet/>
      <dgm:spPr/>
      <dgm:t>
        <a:bodyPr/>
        <a:lstStyle/>
        <a:p>
          <a:r>
            <a:rPr lang="pt-BR" b="1"/>
            <a:t>Conversão (Resultado):</a:t>
          </a:r>
          <a:r>
            <a:rPr lang="pt-BR"/>
            <a:t> Design persuasivo e intuitivo que guia o usuário à ação final.</a:t>
          </a:r>
          <a:endParaRPr lang="en-US"/>
        </a:p>
      </dgm:t>
    </dgm:pt>
    <dgm:pt modelId="{11F44FB5-A651-45D0-87E0-4183D92BA8C0}" type="parTrans" cxnId="{20615E73-D38F-449D-B89F-2B1573E5FBAE}">
      <dgm:prSet/>
      <dgm:spPr/>
      <dgm:t>
        <a:bodyPr/>
        <a:lstStyle/>
        <a:p>
          <a:endParaRPr lang="en-US"/>
        </a:p>
      </dgm:t>
    </dgm:pt>
    <dgm:pt modelId="{BB89A7D1-0C1A-4642-A1AB-C45C92830AF7}" type="sibTrans" cxnId="{20615E73-D38F-449D-B89F-2B1573E5FBAE}">
      <dgm:prSet/>
      <dgm:spPr/>
      <dgm:t>
        <a:bodyPr/>
        <a:lstStyle/>
        <a:p>
          <a:endParaRPr lang="en-US"/>
        </a:p>
      </dgm:t>
    </dgm:pt>
    <dgm:pt modelId="{675B2B67-BA67-4CD4-A61A-7357D244EDD1}">
      <dgm:prSet/>
      <dgm:spPr/>
      <dgm:t>
        <a:bodyPr/>
        <a:lstStyle/>
        <a:p>
          <a:r>
            <a:rPr lang="pt-BR" b="1"/>
            <a:t>Fundamento:</a:t>
          </a:r>
          <a:r>
            <a:rPr lang="pt-BR"/>
            <a:t> O UX transforma requisitos técnicos em valor percebido pelo cliente.</a:t>
          </a:r>
          <a:endParaRPr lang="en-US"/>
        </a:p>
      </dgm:t>
    </dgm:pt>
    <dgm:pt modelId="{AA946EA7-3718-42CA-AE61-6609480D2E72}" type="parTrans" cxnId="{33F38F8B-656B-402C-B182-817207161D52}">
      <dgm:prSet/>
      <dgm:spPr/>
      <dgm:t>
        <a:bodyPr/>
        <a:lstStyle/>
        <a:p>
          <a:endParaRPr lang="en-US"/>
        </a:p>
      </dgm:t>
    </dgm:pt>
    <dgm:pt modelId="{8D059C82-3F1A-436B-B7F7-CF3DDEBBEB0B}" type="sibTrans" cxnId="{33F38F8B-656B-402C-B182-817207161D52}">
      <dgm:prSet/>
      <dgm:spPr/>
      <dgm:t>
        <a:bodyPr/>
        <a:lstStyle/>
        <a:p>
          <a:endParaRPr lang="en-US"/>
        </a:p>
      </dgm:t>
    </dgm:pt>
    <dgm:pt modelId="{A9DF404B-C636-4D85-B0E9-E5FF819640A8}" type="pres">
      <dgm:prSet presAssocID="{8751F5B6-8BE5-481D-917F-8AE7503DF35B}" presName="Name0" presStyleCnt="0">
        <dgm:presLayoutVars>
          <dgm:dir/>
          <dgm:animLvl val="lvl"/>
          <dgm:resizeHandles val="exact"/>
        </dgm:presLayoutVars>
      </dgm:prSet>
      <dgm:spPr/>
    </dgm:pt>
    <dgm:pt modelId="{3FBC8E0B-77E8-42A2-A346-C6D7FD81B809}" type="pres">
      <dgm:prSet presAssocID="{675B2B67-BA67-4CD4-A61A-7357D244EDD1}" presName="boxAndChildren" presStyleCnt="0"/>
      <dgm:spPr/>
    </dgm:pt>
    <dgm:pt modelId="{31CE223E-FD16-4D00-912F-726C30AA5650}" type="pres">
      <dgm:prSet presAssocID="{675B2B67-BA67-4CD4-A61A-7357D244EDD1}" presName="parentTextBox" presStyleLbl="node1" presStyleIdx="0" presStyleCnt="2"/>
      <dgm:spPr/>
    </dgm:pt>
    <dgm:pt modelId="{FBD12042-3A30-4587-92B9-1C251FF408E6}" type="pres">
      <dgm:prSet presAssocID="{B2DC40E9-7C84-4E3A-A0A2-E199CDE4D40A}" presName="sp" presStyleCnt="0"/>
      <dgm:spPr/>
    </dgm:pt>
    <dgm:pt modelId="{C0D5D580-9592-4347-985C-867D5FF4CBB6}" type="pres">
      <dgm:prSet presAssocID="{2A4D4AEF-8536-4C43-A273-577A8DF4D5E7}" presName="arrowAndChildren" presStyleCnt="0"/>
      <dgm:spPr/>
    </dgm:pt>
    <dgm:pt modelId="{BE4550BF-FA03-46AD-9EFC-98DBD9ECF44A}" type="pres">
      <dgm:prSet presAssocID="{2A4D4AEF-8536-4C43-A273-577A8DF4D5E7}" presName="parentTextArrow" presStyleLbl="node1" presStyleIdx="0" presStyleCnt="2"/>
      <dgm:spPr/>
    </dgm:pt>
    <dgm:pt modelId="{926856D5-1480-4AB5-B599-6E71CA00FCF5}" type="pres">
      <dgm:prSet presAssocID="{2A4D4AEF-8536-4C43-A273-577A8DF4D5E7}" presName="arrow" presStyleLbl="node1" presStyleIdx="1" presStyleCnt="2"/>
      <dgm:spPr/>
    </dgm:pt>
    <dgm:pt modelId="{550E50FE-1F75-41A2-9483-4B130E4FCE71}" type="pres">
      <dgm:prSet presAssocID="{2A4D4AEF-8536-4C43-A273-577A8DF4D5E7}" presName="descendantArrow" presStyleCnt="0"/>
      <dgm:spPr/>
    </dgm:pt>
    <dgm:pt modelId="{FE1E0783-9BA4-4718-BEF9-5F9466F4E87A}" type="pres">
      <dgm:prSet presAssocID="{204F0D4B-39A0-4E2C-BD18-8029F2C77FA9}" presName="childTextArrow" presStyleLbl="fgAccFollowNode1" presStyleIdx="0" presStyleCnt="3">
        <dgm:presLayoutVars>
          <dgm:bulletEnabled val="1"/>
        </dgm:presLayoutVars>
      </dgm:prSet>
      <dgm:spPr/>
    </dgm:pt>
    <dgm:pt modelId="{ECE2EE72-026F-495A-8F09-2D29704C6659}" type="pres">
      <dgm:prSet presAssocID="{1D7233E7-B1CF-42C1-9810-7FBEA377C41B}" presName="childTextArrow" presStyleLbl="fgAccFollowNode1" presStyleIdx="1" presStyleCnt="3">
        <dgm:presLayoutVars>
          <dgm:bulletEnabled val="1"/>
        </dgm:presLayoutVars>
      </dgm:prSet>
      <dgm:spPr/>
    </dgm:pt>
    <dgm:pt modelId="{297AE561-0313-4642-AA35-4924E0EF30C4}" type="pres">
      <dgm:prSet presAssocID="{AE6B1BFC-876E-4E59-91D8-07D2302663A1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FF7AD305-181F-4995-9B84-4BF351AADEBD}" type="presOf" srcId="{8751F5B6-8BE5-481D-917F-8AE7503DF35B}" destId="{A9DF404B-C636-4D85-B0E9-E5FF819640A8}" srcOrd="0" destOrd="0" presId="urn:microsoft.com/office/officeart/2005/8/layout/process4"/>
    <dgm:cxn modelId="{A63A9D3D-60CE-415B-A186-F822EDEFB833}" type="presOf" srcId="{2A4D4AEF-8536-4C43-A273-577A8DF4D5E7}" destId="{926856D5-1480-4AB5-B599-6E71CA00FCF5}" srcOrd="1" destOrd="0" presId="urn:microsoft.com/office/officeart/2005/8/layout/process4"/>
    <dgm:cxn modelId="{2AF3993F-02B6-4773-BBE2-DF2D4E39AF5E}" srcId="{8751F5B6-8BE5-481D-917F-8AE7503DF35B}" destId="{2A4D4AEF-8536-4C43-A273-577A8DF4D5E7}" srcOrd="0" destOrd="0" parTransId="{A756737B-CDF9-47C7-BCD8-C175D9D2AA2C}" sibTransId="{B2DC40E9-7C84-4E3A-A0A2-E199CDE4D40A}"/>
    <dgm:cxn modelId="{E77CAB61-FC1D-4FA3-B887-CE8E52016E7D}" type="presOf" srcId="{1D7233E7-B1CF-42C1-9810-7FBEA377C41B}" destId="{ECE2EE72-026F-495A-8F09-2D29704C6659}" srcOrd="0" destOrd="0" presId="urn:microsoft.com/office/officeart/2005/8/layout/process4"/>
    <dgm:cxn modelId="{D247146A-F065-4FDD-BA9F-12C8E40D3E3E}" srcId="{2A4D4AEF-8536-4C43-A273-577A8DF4D5E7}" destId="{1D7233E7-B1CF-42C1-9810-7FBEA377C41B}" srcOrd="1" destOrd="0" parTransId="{689FDD60-9BFC-4F98-A6BA-8E8F64DA08C8}" sibTransId="{1F73251A-4841-411F-8E9D-9F1666422623}"/>
    <dgm:cxn modelId="{B9149350-B817-461A-9BD7-E851155D8720}" type="presOf" srcId="{AE6B1BFC-876E-4E59-91D8-07D2302663A1}" destId="{297AE561-0313-4642-AA35-4924E0EF30C4}" srcOrd="0" destOrd="0" presId="urn:microsoft.com/office/officeart/2005/8/layout/process4"/>
    <dgm:cxn modelId="{20615E73-D38F-449D-B89F-2B1573E5FBAE}" srcId="{2A4D4AEF-8536-4C43-A273-577A8DF4D5E7}" destId="{AE6B1BFC-876E-4E59-91D8-07D2302663A1}" srcOrd="2" destOrd="0" parTransId="{11F44FB5-A651-45D0-87E0-4183D92BA8C0}" sibTransId="{BB89A7D1-0C1A-4642-A1AB-C45C92830AF7}"/>
    <dgm:cxn modelId="{973F257A-B811-46FB-AC92-55B60019DFE5}" srcId="{2A4D4AEF-8536-4C43-A273-577A8DF4D5E7}" destId="{204F0D4B-39A0-4E2C-BD18-8029F2C77FA9}" srcOrd="0" destOrd="0" parTransId="{BFD93816-CB72-4C87-A0BA-C9E4C0AE049C}" sibTransId="{9940359D-FA89-4348-A159-C7DD33CDB5B7}"/>
    <dgm:cxn modelId="{704D8880-6AB5-4C61-81A6-BA7AE7E9F963}" type="presOf" srcId="{675B2B67-BA67-4CD4-A61A-7357D244EDD1}" destId="{31CE223E-FD16-4D00-912F-726C30AA5650}" srcOrd="0" destOrd="0" presId="urn:microsoft.com/office/officeart/2005/8/layout/process4"/>
    <dgm:cxn modelId="{33F38F8B-656B-402C-B182-817207161D52}" srcId="{8751F5B6-8BE5-481D-917F-8AE7503DF35B}" destId="{675B2B67-BA67-4CD4-A61A-7357D244EDD1}" srcOrd="1" destOrd="0" parTransId="{AA946EA7-3718-42CA-AE61-6609480D2E72}" sibTransId="{8D059C82-3F1A-436B-B7F7-CF3DDEBBEB0B}"/>
    <dgm:cxn modelId="{11BA4099-7A54-4945-8869-4B633E1BFA10}" type="presOf" srcId="{2A4D4AEF-8536-4C43-A273-577A8DF4D5E7}" destId="{BE4550BF-FA03-46AD-9EFC-98DBD9ECF44A}" srcOrd="0" destOrd="0" presId="urn:microsoft.com/office/officeart/2005/8/layout/process4"/>
    <dgm:cxn modelId="{9D4426B0-1AD9-44EB-8845-58D675E73735}" type="presOf" srcId="{204F0D4B-39A0-4E2C-BD18-8029F2C77FA9}" destId="{FE1E0783-9BA4-4718-BEF9-5F9466F4E87A}" srcOrd="0" destOrd="0" presId="urn:microsoft.com/office/officeart/2005/8/layout/process4"/>
    <dgm:cxn modelId="{6B2D9F0C-FF10-4A02-B6B0-5775902C3114}" type="presParOf" srcId="{A9DF404B-C636-4D85-B0E9-E5FF819640A8}" destId="{3FBC8E0B-77E8-42A2-A346-C6D7FD81B809}" srcOrd="0" destOrd="0" presId="urn:microsoft.com/office/officeart/2005/8/layout/process4"/>
    <dgm:cxn modelId="{3583EA43-CBF7-43E7-BBA0-B514B0A9F57B}" type="presParOf" srcId="{3FBC8E0B-77E8-42A2-A346-C6D7FD81B809}" destId="{31CE223E-FD16-4D00-912F-726C30AA5650}" srcOrd="0" destOrd="0" presId="urn:microsoft.com/office/officeart/2005/8/layout/process4"/>
    <dgm:cxn modelId="{527EF1AD-33FA-4C3D-85E8-3348F0EE3965}" type="presParOf" srcId="{A9DF404B-C636-4D85-B0E9-E5FF819640A8}" destId="{FBD12042-3A30-4587-92B9-1C251FF408E6}" srcOrd="1" destOrd="0" presId="urn:microsoft.com/office/officeart/2005/8/layout/process4"/>
    <dgm:cxn modelId="{4154CA57-4D5C-4B94-8082-9B0F5ECDC19B}" type="presParOf" srcId="{A9DF404B-C636-4D85-B0E9-E5FF819640A8}" destId="{C0D5D580-9592-4347-985C-867D5FF4CBB6}" srcOrd="2" destOrd="0" presId="urn:microsoft.com/office/officeart/2005/8/layout/process4"/>
    <dgm:cxn modelId="{7176471D-ECE9-42BF-8376-B5DC3114DFC4}" type="presParOf" srcId="{C0D5D580-9592-4347-985C-867D5FF4CBB6}" destId="{BE4550BF-FA03-46AD-9EFC-98DBD9ECF44A}" srcOrd="0" destOrd="0" presId="urn:microsoft.com/office/officeart/2005/8/layout/process4"/>
    <dgm:cxn modelId="{D7181BED-02DB-4FD0-B724-4C8BD8EA2903}" type="presParOf" srcId="{C0D5D580-9592-4347-985C-867D5FF4CBB6}" destId="{926856D5-1480-4AB5-B599-6E71CA00FCF5}" srcOrd="1" destOrd="0" presId="urn:microsoft.com/office/officeart/2005/8/layout/process4"/>
    <dgm:cxn modelId="{1C89681A-FCEF-4DAC-B73A-568BF3B8235C}" type="presParOf" srcId="{C0D5D580-9592-4347-985C-867D5FF4CBB6}" destId="{550E50FE-1F75-41A2-9483-4B130E4FCE71}" srcOrd="2" destOrd="0" presId="urn:microsoft.com/office/officeart/2005/8/layout/process4"/>
    <dgm:cxn modelId="{4690C2CD-27DE-4B46-BF71-D2785CCBEB08}" type="presParOf" srcId="{550E50FE-1F75-41A2-9483-4B130E4FCE71}" destId="{FE1E0783-9BA4-4718-BEF9-5F9466F4E87A}" srcOrd="0" destOrd="0" presId="urn:microsoft.com/office/officeart/2005/8/layout/process4"/>
    <dgm:cxn modelId="{4285E473-4EBB-48CA-B04F-F14EBD028316}" type="presParOf" srcId="{550E50FE-1F75-41A2-9483-4B130E4FCE71}" destId="{ECE2EE72-026F-495A-8F09-2D29704C6659}" srcOrd="1" destOrd="0" presId="urn:microsoft.com/office/officeart/2005/8/layout/process4"/>
    <dgm:cxn modelId="{1D339485-9C38-47EB-8A9A-EEA106E5751B}" type="presParOf" srcId="{550E50FE-1F75-41A2-9483-4B130E4FCE71}" destId="{297AE561-0313-4642-AA35-4924E0EF30C4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38ED1A-F453-4DCD-8D36-B5079927BD7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1AC6D88-79B4-4A24-8696-13F66E9CFB3A}">
      <dgm:prSet/>
      <dgm:spPr/>
      <dgm:t>
        <a:bodyPr/>
        <a:lstStyle/>
        <a:p>
          <a:r>
            <a:rPr lang="pt-BR" b="1"/>
            <a:t>Multidisciplinaridade:</a:t>
          </a:r>
          <a:r>
            <a:rPr lang="pt-BR"/>
            <a:t> A junção da Engenharia de Software com a Psicologia Cognitiva e a Fisiologia Humana.</a:t>
          </a:r>
          <a:endParaRPr lang="en-US"/>
        </a:p>
      </dgm:t>
    </dgm:pt>
    <dgm:pt modelId="{76D4B365-EF1F-42B4-9901-373D924B139C}" type="parTrans" cxnId="{24D15E4A-C603-4375-A29C-8447E0081F23}">
      <dgm:prSet/>
      <dgm:spPr/>
      <dgm:t>
        <a:bodyPr/>
        <a:lstStyle/>
        <a:p>
          <a:endParaRPr lang="en-US"/>
        </a:p>
      </dgm:t>
    </dgm:pt>
    <dgm:pt modelId="{2F0052FA-88A8-4382-8F38-52AB722519E6}" type="sibTrans" cxnId="{24D15E4A-C603-4375-A29C-8447E0081F23}">
      <dgm:prSet/>
      <dgm:spPr/>
      <dgm:t>
        <a:bodyPr/>
        <a:lstStyle/>
        <a:p>
          <a:endParaRPr lang="en-US"/>
        </a:p>
      </dgm:t>
    </dgm:pt>
    <dgm:pt modelId="{D67A346B-D1B2-4E6B-8E2F-1554E92A3586}">
      <dgm:prSet/>
      <dgm:spPr/>
      <dgm:t>
        <a:bodyPr/>
        <a:lstStyle/>
        <a:p>
          <a:r>
            <a:rPr lang="pt-BR" b="1"/>
            <a:t>Objetivo Sistêmico:</a:t>
          </a:r>
          <a:r>
            <a:rPr lang="pt-BR"/>
            <a:t> Adaptar o artefato digital às capacidades e limitações do usuário (e não o contrário).</a:t>
          </a:r>
          <a:endParaRPr lang="en-US"/>
        </a:p>
      </dgm:t>
    </dgm:pt>
    <dgm:pt modelId="{FA0A44CB-E4F2-45FF-809D-FAB5AFC7451A}" type="parTrans" cxnId="{B6869045-C12A-4373-9A11-898CF81C2BFB}">
      <dgm:prSet/>
      <dgm:spPr/>
      <dgm:t>
        <a:bodyPr/>
        <a:lstStyle/>
        <a:p>
          <a:endParaRPr lang="en-US"/>
        </a:p>
      </dgm:t>
    </dgm:pt>
    <dgm:pt modelId="{FA1E475F-4A17-4604-B4E2-45ED151FAC0D}" type="sibTrans" cxnId="{B6869045-C12A-4373-9A11-898CF81C2BFB}">
      <dgm:prSet/>
      <dgm:spPr/>
      <dgm:t>
        <a:bodyPr/>
        <a:lstStyle/>
        <a:p>
          <a:endParaRPr lang="en-US"/>
        </a:p>
      </dgm:t>
    </dgm:pt>
    <dgm:pt modelId="{6FD99B36-9E9D-4457-B920-9EA5D93D35CF}">
      <dgm:prSet/>
      <dgm:spPr/>
      <dgm:t>
        <a:bodyPr/>
        <a:lstStyle/>
        <a:p>
          <a:r>
            <a:rPr lang="pt-BR" b="1"/>
            <a:t>Fatores Humanos:</a:t>
          </a:r>
          <a:r>
            <a:rPr lang="pt-BR"/>
            <a:t> Análise do contexto de uso, ambiente físico e estado emocional do usuário durante a interação.</a:t>
          </a:r>
          <a:endParaRPr lang="en-US"/>
        </a:p>
      </dgm:t>
    </dgm:pt>
    <dgm:pt modelId="{6C4301D4-138D-4D2F-9F4F-CCDFF679A8A9}" type="parTrans" cxnId="{AB31249B-823E-4C57-B783-D2C5505FA414}">
      <dgm:prSet/>
      <dgm:spPr/>
      <dgm:t>
        <a:bodyPr/>
        <a:lstStyle/>
        <a:p>
          <a:endParaRPr lang="en-US"/>
        </a:p>
      </dgm:t>
    </dgm:pt>
    <dgm:pt modelId="{BE38BFF7-D475-4DB3-B0B5-3EDDDD5BBA92}" type="sibTrans" cxnId="{AB31249B-823E-4C57-B783-D2C5505FA414}">
      <dgm:prSet/>
      <dgm:spPr/>
      <dgm:t>
        <a:bodyPr/>
        <a:lstStyle/>
        <a:p>
          <a:endParaRPr lang="en-US"/>
        </a:p>
      </dgm:t>
    </dgm:pt>
    <dgm:pt modelId="{9202E96C-282F-4719-B15B-487FC07A284A}">
      <dgm:prSet/>
      <dgm:spPr/>
      <dgm:t>
        <a:bodyPr/>
        <a:lstStyle/>
        <a:p>
          <a:r>
            <a:rPr lang="pt-BR" b="1" u="sng"/>
            <a:t>Engenharia de Usabilidade:</a:t>
          </a:r>
          <a:r>
            <a:rPr lang="pt-BR"/>
            <a:t> A ergonomia como métrica para os atributos de eficiência e facilidade de aprendizado (Nielsen).</a:t>
          </a:r>
          <a:endParaRPr lang="en-US"/>
        </a:p>
      </dgm:t>
    </dgm:pt>
    <dgm:pt modelId="{25787D2E-4AB1-4A2A-9F05-79A43AD9D5E0}" type="parTrans" cxnId="{0C86EC0C-4A5B-4450-9BD4-11DB19E50850}">
      <dgm:prSet/>
      <dgm:spPr/>
      <dgm:t>
        <a:bodyPr/>
        <a:lstStyle/>
        <a:p>
          <a:endParaRPr lang="en-US"/>
        </a:p>
      </dgm:t>
    </dgm:pt>
    <dgm:pt modelId="{735FBEB1-5818-43BB-8B5B-27D9D5A63A1E}" type="sibTrans" cxnId="{0C86EC0C-4A5B-4450-9BD4-11DB19E50850}">
      <dgm:prSet/>
      <dgm:spPr/>
      <dgm:t>
        <a:bodyPr/>
        <a:lstStyle/>
        <a:p>
          <a:endParaRPr lang="en-US"/>
        </a:p>
      </dgm:t>
    </dgm:pt>
    <dgm:pt modelId="{96971B1C-AFF0-4DF8-A158-6BBAA78324BD}" type="pres">
      <dgm:prSet presAssocID="{A838ED1A-F453-4DCD-8D36-B5079927BD72}" presName="root" presStyleCnt="0">
        <dgm:presLayoutVars>
          <dgm:dir/>
          <dgm:resizeHandles val="exact"/>
        </dgm:presLayoutVars>
      </dgm:prSet>
      <dgm:spPr/>
    </dgm:pt>
    <dgm:pt modelId="{77D6F7AA-0CC2-4072-9CA7-202449F66C1A}" type="pres">
      <dgm:prSet presAssocID="{A838ED1A-F453-4DCD-8D36-B5079927BD72}" presName="container" presStyleCnt="0">
        <dgm:presLayoutVars>
          <dgm:dir/>
          <dgm:resizeHandles val="exact"/>
        </dgm:presLayoutVars>
      </dgm:prSet>
      <dgm:spPr/>
    </dgm:pt>
    <dgm:pt modelId="{D519269B-C8DC-4F39-896F-1793C66E07DD}" type="pres">
      <dgm:prSet presAssocID="{01AC6D88-79B4-4A24-8696-13F66E9CFB3A}" presName="compNode" presStyleCnt="0"/>
      <dgm:spPr/>
    </dgm:pt>
    <dgm:pt modelId="{BC6AF660-9FC0-4394-804B-DF507D8B1AAF}" type="pres">
      <dgm:prSet presAssocID="{01AC6D88-79B4-4A24-8696-13F66E9CFB3A}" presName="iconBgRect" presStyleLbl="bgShp" presStyleIdx="0" presStyleCnt="4"/>
      <dgm:spPr/>
    </dgm:pt>
    <dgm:pt modelId="{98E221B8-4DBB-4678-8A73-CA74F01BE459}" type="pres">
      <dgm:prSet presAssocID="{01AC6D88-79B4-4A24-8696-13F66E9CFB3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D042F8C-201A-475F-8DCA-DC13C490B7A7}" type="pres">
      <dgm:prSet presAssocID="{01AC6D88-79B4-4A24-8696-13F66E9CFB3A}" presName="spaceRect" presStyleCnt="0"/>
      <dgm:spPr/>
    </dgm:pt>
    <dgm:pt modelId="{0B99568E-FD91-4349-9BBB-AAC0ECA000C5}" type="pres">
      <dgm:prSet presAssocID="{01AC6D88-79B4-4A24-8696-13F66E9CFB3A}" presName="textRect" presStyleLbl="revTx" presStyleIdx="0" presStyleCnt="4">
        <dgm:presLayoutVars>
          <dgm:chMax val="1"/>
          <dgm:chPref val="1"/>
        </dgm:presLayoutVars>
      </dgm:prSet>
      <dgm:spPr/>
    </dgm:pt>
    <dgm:pt modelId="{BFB18A5C-1130-4360-8FD4-B93BD3922C70}" type="pres">
      <dgm:prSet presAssocID="{2F0052FA-88A8-4382-8F38-52AB722519E6}" presName="sibTrans" presStyleLbl="sibTrans2D1" presStyleIdx="0" presStyleCnt="0"/>
      <dgm:spPr/>
    </dgm:pt>
    <dgm:pt modelId="{4B48D8C9-C035-481A-BE5E-29C88DB267DE}" type="pres">
      <dgm:prSet presAssocID="{D67A346B-D1B2-4E6B-8E2F-1554E92A3586}" presName="compNode" presStyleCnt="0"/>
      <dgm:spPr/>
    </dgm:pt>
    <dgm:pt modelId="{CBA961F8-3184-45F4-87DA-2BA4631438B1}" type="pres">
      <dgm:prSet presAssocID="{D67A346B-D1B2-4E6B-8E2F-1554E92A3586}" presName="iconBgRect" presStyleLbl="bgShp" presStyleIdx="1" presStyleCnt="4"/>
      <dgm:spPr/>
    </dgm:pt>
    <dgm:pt modelId="{78FF5EFC-3F40-4B1D-8F16-49470D0D438C}" type="pres">
      <dgm:prSet presAssocID="{D67A346B-D1B2-4E6B-8E2F-1554E92A35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E82FBECD-8C80-4267-BC3B-B59160F82F12}" type="pres">
      <dgm:prSet presAssocID="{D67A346B-D1B2-4E6B-8E2F-1554E92A3586}" presName="spaceRect" presStyleCnt="0"/>
      <dgm:spPr/>
    </dgm:pt>
    <dgm:pt modelId="{AAC141D9-EE1B-4096-AD4E-56D01FD518D1}" type="pres">
      <dgm:prSet presAssocID="{D67A346B-D1B2-4E6B-8E2F-1554E92A3586}" presName="textRect" presStyleLbl="revTx" presStyleIdx="1" presStyleCnt="4">
        <dgm:presLayoutVars>
          <dgm:chMax val="1"/>
          <dgm:chPref val="1"/>
        </dgm:presLayoutVars>
      </dgm:prSet>
      <dgm:spPr/>
    </dgm:pt>
    <dgm:pt modelId="{DAB0592C-DC4C-4278-BD67-7AEEE483EC1A}" type="pres">
      <dgm:prSet presAssocID="{FA1E475F-4A17-4604-B4E2-45ED151FAC0D}" presName="sibTrans" presStyleLbl="sibTrans2D1" presStyleIdx="0" presStyleCnt="0"/>
      <dgm:spPr/>
    </dgm:pt>
    <dgm:pt modelId="{1D913AC3-3559-47B8-995C-0B897567ACB0}" type="pres">
      <dgm:prSet presAssocID="{6FD99B36-9E9D-4457-B920-9EA5D93D35CF}" presName="compNode" presStyleCnt="0"/>
      <dgm:spPr/>
    </dgm:pt>
    <dgm:pt modelId="{DB27356F-D4B3-4157-BE65-3FC8EE90E759}" type="pres">
      <dgm:prSet presAssocID="{6FD99B36-9E9D-4457-B920-9EA5D93D35CF}" presName="iconBgRect" presStyleLbl="bgShp" presStyleIdx="2" presStyleCnt="4"/>
      <dgm:spPr/>
    </dgm:pt>
    <dgm:pt modelId="{8B8698BB-91A4-4BBA-A4DA-AB9E6562AC53}" type="pres">
      <dgm:prSet presAssocID="{6FD99B36-9E9D-4457-B920-9EA5D93D35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guntas"/>
        </a:ext>
      </dgm:extLst>
    </dgm:pt>
    <dgm:pt modelId="{85BB8D4F-845E-4072-9AC1-56EC13F29010}" type="pres">
      <dgm:prSet presAssocID="{6FD99B36-9E9D-4457-B920-9EA5D93D35CF}" presName="spaceRect" presStyleCnt="0"/>
      <dgm:spPr/>
    </dgm:pt>
    <dgm:pt modelId="{919EAFF1-1F86-4B43-B1AC-7F88A2B19E10}" type="pres">
      <dgm:prSet presAssocID="{6FD99B36-9E9D-4457-B920-9EA5D93D35CF}" presName="textRect" presStyleLbl="revTx" presStyleIdx="2" presStyleCnt="4">
        <dgm:presLayoutVars>
          <dgm:chMax val="1"/>
          <dgm:chPref val="1"/>
        </dgm:presLayoutVars>
      </dgm:prSet>
      <dgm:spPr/>
    </dgm:pt>
    <dgm:pt modelId="{FB74A3B8-CEFC-4CA6-93C5-61ED3DF37AE3}" type="pres">
      <dgm:prSet presAssocID="{BE38BFF7-D475-4DB3-B0B5-3EDDDD5BBA92}" presName="sibTrans" presStyleLbl="sibTrans2D1" presStyleIdx="0" presStyleCnt="0"/>
      <dgm:spPr/>
    </dgm:pt>
    <dgm:pt modelId="{8AD9091E-627A-41C9-BBA9-E2EA8B0D8B26}" type="pres">
      <dgm:prSet presAssocID="{9202E96C-282F-4719-B15B-487FC07A284A}" presName="compNode" presStyleCnt="0"/>
      <dgm:spPr/>
    </dgm:pt>
    <dgm:pt modelId="{42DDFC94-D111-4A40-86ED-C50F592DAC8A}" type="pres">
      <dgm:prSet presAssocID="{9202E96C-282F-4719-B15B-487FC07A284A}" presName="iconBgRect" presStyleLbl="bgShp" presStyleIdx="3" presStyleCnt="4"/>
      <dgm:spPr/>
    </dgm:pt>
    <dgm:pt modelId="{E91CBB14-3A9C-4508-BB83-4B0495716275}" type="pres">
      <dgm:prSet presAssocID="{9202E96C-282F-4719-B15B-487FC07A28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EE8017FA-5E9A-479A-B58C-4FA0AFDE96C7}" type="pres">
      <dgm:prSet presAssocID="{9202E96C-282F-4719-B15B-487FC07A284A}" presName="spaceRect" presStyleCnt="0"/>
      <dgm:spPr/>
    </dgm:pt>
    <dgm:pt modelId="{6864B9EF-93CE-4F4B-9A88-C86F2CB5EE7E}" type="pres">
      <dgm:prSet presAssocID="{9202E96C-282F-4719-B15B-487FC07A284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7326904-128D-4641-B2A2-F7E8AD89DC01}" type="presOf" srcId="{6FD99B36-9E9D-4457-B920-9EA5D93D35CF}" destId="{919EAFF1-1F86-4B43-B1AC-7F88A2B19E10}" srcOrd="0" destOrd="0" presId="urn:microsoft.com/office/officeart/2018/2/layout/IconCircleList"/>
    <dgm:cxn modelId="{0C86EC0C-4A5B-4450-9BD4-11DB19E50850}" srcId="{A838ED1A-F453-4DCD-8D36-B5079927BD72}" destId="{9202E96C-282F-4719-B15B-487FC07A284A}" srcOrd="3" destOrd="0" parTransId="{25787D2E-4AB1-4A2A-9F05-79A43AD9D5E0}" sibTransId="{735FBEB1-5818-43BB-8B5B-27D9D5A63A1E}"/>
    <dgm:cxn modelId="{76F7FB23-2B49-4F08-B403-80220A67785D}" type="presOf" srcId="{2F0052FA-88A8-4382-8F38-52AB722519E6}" destId="{BFB18A5C-1130-4360-8FD4-B93BD3922C70}" srcOrd="0" destOrd="0" presId="urn:microsoft.com/office/officeart/2018/2/layout/IconCircleList"/>
    <dgm:cxn modelId="{41B17227-C403-4CAE-BD9C-9F6E2578741B}" type="presOf" srcId="{01AC6D88-79B4-4A24-8696-13F66E9CFB3A}" destId="{0B99568E-FD91-4349-9BBB-AAC0ECA000C5}" srcOrd="0" destOrd="0" presId="urn:microsoft.com/office/officeart/2018/2/layout/IconCircleList"/>
    <dgm:cxn modelId="{B443F863-EFA4-4184-8FA6-734DED22D3C3}" type="presOf" srcId="{9202E96C-282F-4719-B15B-487FC07A284A}" destId="{6864B9EF-93CE-4F4B-9A88-C86F2CB5EE7E}" srcOrd="0" destOrd="0" presId="urn:microsoft.com/office/officeart/2018/2/layout/IconCircleList"/>
    <dgm:cxn modelId="{B6869045-C12A-4373-9A11-898CF81C2BFB}" srcId="{A838ED1A-F453-4DCD-8D36-B5079927BD72}" destId="{D67A346B-D1B2-4E6B-8E2F-1554E92A3586}" srcOrd="1" destOrd="0" parTransId="{FA0A44CB-E4F2-45FF-809D-FAB5AFC7451A}" sibTransId="{FA1E475F-4A17-4604-B4E2-45ED151FAC0D}"/>
    <dgm:cxn modelId="{24D15E4A-C603-4375-A29C-8447E0081F23}" srcId="{A838ED1A-F453-4DCD-8D36-B5079927BD72}" destId="{01AC6D88-79B4-4A24-8696-13F66E9CFB3A}" srcOrd="0" destOrd="0" parTransId="{76D4B365-EF1F-42B4-9901-373D924B139C}" sibTransId="{2F0052FA-88A8-4382-8F38-52AB722519E6}"/>
    <dgm:cxn modelId="{B1C5BA6A-8E01-42C7-A884-94F10F4746E0}" type="presOf" srcId="{FA1E475F-4A17-4604-B4E2-45ED151FAC0D}" destId="{DAB0592C-DC4C-4278-BD67-7AEEE483EC1A}" srcOrd="0" destOrd="0" presId="urn:microsoft.com/office/officeart/2018/2/layout/IconCircleList"/>
    <dgm:cxn modelId="{051ACC53-1AB7-4978-BAC9-0B21D07D86F4}" type="presOf" srcId="{BE38BFF7-D475-4DB3-B0B5-3EDDDD5BBA92}" destId="{FB74A3B8-CEFC-4CA6-93C5-61ED3DF37AE3}" srcOrd="0" destOrd="0" presId="urn:microsoft.com/office/officeart/2018/2/layout/IconCircleList"/>
    <dgm:cxn modelId="{47D3918E-9FB5-4198-801D-1887BFD2048A}" type="presOf" srcId="{A838ED1A-F453-4DCD-8D36-B5079927BD72}" destId="{96971B1C-AFF0-4DF8-A158-6BBAA78324BD}" srcOrd="0" destOrd="0" presId="urn:microsoft.com/office/officeart/2018/2/layout/IconCircleList"/>
    <dgm:cxn modelId="{AB31249B-823E-4C57-B783-D2C5505FA414}" srcId="{A838ED1A-F453-4DCD-8D36-B5079927BD72}" destId="{6FD99B36-9E9D-4457-B920-9EA5D93D35CF}" srcOrd="2" destOrd="0" parTransId="{6C4301D4-138D-4D2F-9F4F-CCDFF679A8A9}" sibTransId="{BE38BFF7-D475-4DB3-B0B5-3EDDDD5BBA92}"/>
    <dgm:cxn modelId="{C196FBB0-ABA1-4A46-9F8C-12CC8135AE98}" type="presOf" srcId="{D67A346B-D1B2-4E6B-8E2F-1554E92A3586}" destId="{AAC141D9-EE1B-4096-AD4E-56D01FD518D1}" srcOrd="0" destOrd="0" presId="urn:microsoft.com/office/officeart/2018/2/layout/IconCircleList"/>
    <dgm:cxn modelId="{0449BE4E-1031-4A6E-AF06-8ADD3BD35E07}" type="presParOf" srcId="{96971B1C-AFF0-4DF8-A158-6BBAA78324BD}" destId="{77D6F7AA-0CC2-4072-9CA7-202449F66C1A}" srcOrd="0" destOrd="0" presId="urn:microsoft.com/office/officeart/2018/2/layout/IconCircleList"/>
    <dgm:cxn modelId="{84D3DFA7-7CEB-44BA-9ADC-19A1750457CA}" type="presParOf" srcId="{77D6F7AA-0CC2-4072-9CA7-202449F66C1A}" destId="{D519269B-C8DC-4F39-896F-1793C66E07DD}" srcOrd="0" destOrd="0" presId="urn:microsoft.com/office/officeart/2018/2/layout/IconCircleList"/>
    <dgm:cxn modelId="{A0C555C1-E234-4798-AB46-459FA1822D8B}" type="presParOf" srcId="{D519269B-C8DC-4F39-896F-1793C66E07DD}" destId="{BC6AF660-9FC0-4394-804B-DF507D8B1AAF}" srcOrd="0" destOrd="0" presId="urn:microsoft.com/office/officeart/2018/2/layout/IconCircleList"/>
    <dgm:cxn modelId="{CD8E9604-E63A-4035-8E2A-6B9AF983EE35}" type="presParOf" srcId="{D519269B-C8DC-4F39-896F-1793C66E07DD}" destId="{98E221B8-4DBB-4678-8A73-CA74F01BE459}" srcOrd="1" destOrd="0" presId="urn:microsoft.com/office/officeart/2018/2/layout/IconCircleList"/>
    <dgm:cxn modelId="{FBB0ADD2-A088-416F-B5F5-E071E807403E}" type="presParOf" srcId="{D519269B-C8DC-4F39-896F-1793C66E07DD}" destId="{BD042F8C-201A-475F-8DCA-DC13C490B7A7}" srcOrd="2" destOrd="0" presId="urn:microsoft.com/office/officeart/2018/2/layout/IconCircleList"/>
    <dgm:cxn modelId="{2E48384C-23FB-44FA-B9DD-B9C03CEB8F0A}" type="presParOf" srcId="{D519269B-C8DC-4F39-896F-1793C66E07DD}" destId="{0B99568E-FD91-4349-9BBB-AAC0ECA000C5}" srcOrd="3" destOrd="0" presId="urn:microsoft.com/office/officeart/2018/2/layout/IconCircleList"/>
    <dgm:cxn modelId="{94F49005-C017-446E-9FDC-F7D0E5EA31F3}" type="presParOf" srcId="{77D6F7AA-0CC2-4072-9CA7-202449F66C1A}" destId="{BFB18A5C-1130-4360-8FD4-B93BD3922C70}" srcOrd="1" destOrd="0" presId="urn:microsoft.com/office/officeart/2018/2/layout/IconCircleList"/>
    <dgm:cxn modelId="{B5163912-E914-4297-B890-2FB1300F313F}" type="presParOf" srcId="{77D6F7AA-0CC2-4072-9CA7-202449F66C1A}" destId="{4B48D8C9-C035-481A-BE5E-29C88DB267DE}" srcOrd="2" destOrd="0" presId="urn:microsoft.com/office/officeart/2018/2/layout/IconCircleList"/>
    <dgm:cxn modelId="{554DBD62-F231-4937-A9C6-2346D6261058}" type="presParOf" srcId="{4B48D8C9-C035-481A-BE5E-29C88DB267DE}" destId="{CBA961F8-3184-45F4-87DA-2BA4631438B1}" srcOrd="0" destOrd="0" presId="urn:microsoft.com/office/officeart/2018/2/layout/IconCircleList"/>
    <dgm:cxn modelId="{2FD87B8C-EF9B-4535-8588-ED1D29AA3F53}" type="presParOf" srcId="{4B48D8C9-C035-481A-BE5E-29C88DB267DE}" destId="{78FF5EFC-3F40-4B1D-8F16-49470D0D438C}" srcOrd="1" destOrd="0" presId="urn:microsoft.com/office/officeart/2018/2/layout/IconCircleList"/>
    <dgm:cxn modelId="{996C518F-37D8-40D7-9ECE-F516CED3590B}" type="presParOf" srcId="{4B48D8C9-C035-481A-BE5E-29C88DB267DE}" destId="{E82FBECD-8C80-4267-BC3B-B59160F82F12}" srcOrd="2" destOrd="0" presId="urn:microsoft.com/office/officeart/2018/2/layout/IconCircleList"/>
    <dgm:cxn modelId="{1E3913CB-4E6C-4084-A7D5-4C70207712FA}" type="presParOf" srcId="{4B48D8C9-C035-481A-BE5E-29C88DB267DE}" destId="{AAC141D9-EE1B-4096-AD4E-56D01FD518D1}" srcOrd="3" destOrd="0" presId="urn:microsoft.com/office/officeart/2018/2/layout/IconCircleList"/>
    <dgm:cxn modelId="{ABCCEBC6-53B1-4904-95DD-20C9451C5EE8}" type="presParOf" srcId="{77D6F7AA-0CC2-4072-9CA7-202449F66C1A}" destId="{DAB0592C-DC4C-4278-BD67-7AEEE483EC1A}" srcOrd="3" destOrd="0" presId="urn:microsoft.com/office/officeart/2018/2/layout/IconCircleList"/>
    <dgm:cxn modelId="{95208EB0-4DDF-445B-B4BF-323845F5774B}" type="presParOf" srcId="{77D6F7AA-0CC2-4072-9CA7-202449F66C1A}" destId="{1D913AC3-3559-47B8-995C-0B897567ACB0}" srcOrd="4" destOrd="0" presId="urn:microsoft.com/office/officeart/2018/2/layout/IconCircleList"/>
    <dgm:cxn modelId="{FCAA333D-B48F-4EE4-9229-F895B396351D}" type="presParOf" srcId="{1D913AC3-3559-47B8-995C-0B897567ACB0}" destId="{DB27356F-D4B3-4157-BE65-3FC8EE90E759}" srcOrd="0" destOrd="0" presId="urn:microsoft.com/office/officeart/2018/2/layout/IconCircleList"/>
    <dgm:cxn modelId="{69CBA0E8-C743-4E43-A0FE-4379DAC640C3}" type="presParOf" srcId="{1D913AC3-3559-47B8-995C-0B897567ACB0}" destId="{8B8698BB-91A4-4BBA-A4DA-AB9E6562AC53}" srcOrd="1" destOrd="0" presId="urn:microsoft.com/office/officeart/2018/2/layout/IconCircleList"/>
    <dgm:cxn modelId="{8445ADC4-198E-4BD3-A004-CA93BBAF44FC}" type="presParOf" srcId="{1D913AC3-3559-47B8-995C-0B897567ACB0}" destId="{85BB8D4F-845E-4072-9AC1-56EC13F29010}" srcOrd="2" destOrd="0" presId="urn:microsoft.com/office/officeart/2018/2/layout/IconCircleList"/>
    <dgm:cxn modelId="{AAF405E9-7590-4CDD-9BEA-8EBCA5D63F59}" type="presParOf" srcId="{1D913AC3-3559-47B8-995C-0B897567ACB0}" destId="{919EAFF1-1F86-4B43-B1AC-7F88A2B19E10}" srcOrd="3" destOrd="0" presId="urn:microsoft.com/office/officeart/2018/2/layout/IconCircleList"/>
    <dgm:cxn modelId="{E22B91A0-8C1A-449B-B4EB-9B1C926A148F}" type="presParOf" srcId="{77D6F7AA-0CC2-4072-9CA7-202449F66C1A}" destId="{FB74A3B8-CEFC-4CA6-93C5-61ED3DF37AE3}" srcOrd="5" destOrd="0" presId="urn:microsoft.com/office/officeart/2018/2/layout/IconCircleList"/>
    <dgm:cxn modelId="{20BF0648-6A39-495C-95EE-FA2CEE936FB8}" type="presParOf" srcId="{77D6F7AA-0CC2-4072-9CA7-202449F66C1A}" destId="{8AD9091E-627A-41C9-BBA9-E2EA8B0D8B26}" srcOrd="6" destOrd="0" presId="urn:microsoft.com/office/officeart/2018/2/layout/IconCircleList"/>
    <dgm:cxn modelId="{954ECF46-3AE4-44B3-9940-64623FEA54D2}" type="presParOf" srcId="{8AD9091E-627A-41C9-BBA9-E2EA8B0D8B26}" destId="{42DDFC94-D111-4A40-86ED-C50F592DAC8A}" srcOrd="0" destOrd="0" presId="urn:microsoft.com/office/officeart/2018/2/layout/IconCircleList"/>
    <dgm:cxn modelId="{EAF41738-C84B-4F5B-92D8-6EA1FD7E99B0}" type="presParOf" srcId="{8AD9091E-627A-41C9-BBA9-E2EA8B0D8B26}" destId="{E91CBB14-3A9C-4508-BB83-4B0495716275}" srcOrd="1" destOrd="0" presId="urn:microsoft.com/office/officeart/2018/2/layout/IconCircleList"/>
    <dgm:cxn modelId="{62F51C67-5A34-4791-90C9-7DD3CA168BBD}" type="presParOf" srcId="{8AD9091E-627A-41C9-BBA9-E2EA8B0D8B26}" destId="{EE8017FA-5E9A-479A-B58C-4FA0AFDE96C7}" srcOrd="2" destOrd="0" presId="urn:microsoft.com/office/officeart/2018/2/layout/IconCircleList"/>
    <dgm:cxn modelId="{EFB6FCEF-DBCF-44FE-BF41-A04F36FEF73F}" type="presParOf" srcId="{8AD9091E-627A-41C9-BBA9-E2EA8B0D8B26}" destId="{6864B9EF-93CE-4F4B-9A88-C86F2CB5EE7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9281D0-588D-4B26-8422-205BF242E8AA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B27EFD-7C70-426E-ADE2-754D96219398}">
      <dgm:prSet/>
      <dgm:spPr/>
      <dgm:t>
        <a:bodyPr/>
        <a:lstStyle/>
        <a:p>
          <a:r>
            <a:rPr lang="pt-BR" b="1"/>
            <a:t>Modelos Mentais:</a:t>
          </a:r>
          <a:r>
            <a:rPr lang="pt-BR"/>
            <a:t> Como o usuário acredita que o sistema funciona (baseado em experiências anteriores).</a:t>
          </a:r>
          <a:endParaRPr lang="en-US"/>
        </a:p>
      </dgm:t>
    </dgm:pt>
    <dgm:pt modelId="{44CBA82B-7236-4FDD-8301-8C9EF11607DE}" type="parTrans" cxnId="{8B2063F4-BBC8-4B84-BC31-3F63928F5D51}">
      <dgm:prSet/>
      <dgm:spPr/>
      <dgm:t>
        <a:bodyPr/>
        <a:lstStyle/>
        <a:p>
          <a:endParaRPr lang="en-US"/>
        </a:p>
      </dgm:t>
    </dgm:pt>
    <dgm:pt modelId="{0C278FF8-4AC8-4D66-8D42-93994F95E875}" type="sibTrans" cxnId="{8B2063F4-BBC8-4B84-BC31-3F63928F5D51}">
      <dgm:prSet/>
      <dgm:spPr/>
      <dgm:t>
        <a:bodyPr/>
        <a:lstStyle/>
        <a:p>
          <a:endParaRPr lang="en-US"/>
        </a:p>
      </dgm:t>
    </dgm:pt>
    <dgm:pt modelId="{F3C15AFD-9060-4C9B-A1B6-74A227275D70}">
      <dgm:prSet/>
      <dgm:spPr/>
      <dgm:t>
        <a:bodyPr/>
        <a:lstStyle/>
        <a:p>
          <a:r>
            <a:rPr lang="pt-BR" b="1"/>
            <a:t>Carga Cognitiva:</a:t>
          </a:r>
          <a:endParaRPr lang="en-US"/>
        </a:p>
      </dgm:t>
    </dgm:pt>
    <dgm:pt modelId="{89772214-7C8D-4FEF-BA61-824DEDEFB4F2}" type="parTrans" cxnId="{F213DA77-BCB0-4C0B-86BE-BF3FE140EBF3}">
      <dgm:prSet/>
      <dgm:spPr/>
      <dgm:t>
        <a:bodyPr/>
        <a:lstStyle/>
        <a:p>
          <a:endParaRPr lang="en-US"/>
        </a:p>
      </dgm:t>
    </dgm:pt>
    <dgm:pt modelId="{DB515ACA-60A1-4B95-8394-32BAC0FD8402}" type="sibTrans" cxnId="{F213DA77-BCB0-4C0B-86BE-BF3FE140EBF3}">
      <dgm:prSet/>
      <dgm:spPr/>
      <dgm:t>
        <a:bodyPr/>
        <a:lstStyle/>
        <a:p>
          <a:endParaRPr lang="en-US"/>
        </a:p>
      </dgm:t>
    </dgm:pt>
    <dgm:pt modelId="{5D7CFACB-778F-4D0E-8358-41DA3F94B6E6}">
      <dgm:prSet/>
      <dgm:spPr/>
      <dgm:t>
        <a:bodyPr/>
        <a:lstStyle/>
        <a:p>
          <a:r>
            <a:rPr lang="pt-BR"/>
            <a:t>Intrínseca: Complexidade do conteúdo.</a:t>
          </a:r>
          <a:endParaRPr lang="en-US"/>
        </a:p>
      </dgm:t>
    </dgm:pt>
    <dgm:pt modelId="{302F789F-D884-448E-B81E-3D67EDDAC03C}" type="parTrans" cxnId="{65445FDD-5DB3-437D-98D0-AE669E08C0E8}">
      <dgm:prSet/>
      <dgm:spPr/>
      <dgm:t>
        <a:bodyPr/>
        <a:lstStyle/>
        <a:p>
          <a:endParaRPr lang="en-US"/>
        </a:p>
      </dgm:t>
    </dgm:pt>
    <dgm:pt modelId="{33C16D18-0CF7-4612-9F2F-B7122D29A8A7}" type="sibTrans" cxnId="{65445FDD-5DB3-437D-98D0-AE669E08C0E8}">
      <dgm:prSet/>
      <dgm:spPr/>
      <dgm:t>
        <a:bodyPr/>
        <a:lstStyle/>
        <a:p>
          <a:endParaRPr lang="en-US"/>
        </a:p>
      </dgm:t>
    </dgm:pt>
    <dgm:pt modelId="{EB3C9E33-FEEC-4072-A100-EB8EA76B3271}">
      <dgm:prSet/>
      <dgm:spPr/>
      <dgm:t>
        <a:bodyPr/>
        <a:lstStyle/>
        <a:p>
          <a:r>
            <a:rPr lang="pt-BR"/>
            <a:t>Extrínseca: Esforço desnecessário causado por design ruim (ruído visual).</a:t>
          </a:r>
          <a:endParaRPr lang="en-US"/>
        </a:p>
      </dgm:t>
    </dgm:pt>
    <dgm:pt modelId="{C2B7C3E6-FA76-4FEC-96C9-11727A97646C}" type="parTrans" cxnId="{86F9D948-440D-470A-815A-4EE2B64C5EBA}">
      <dgm:prSet/>
      <dgm:spPr/>
      <dgm:t>
        <a:bodyPr/>
        <a:lstStyle/>
        <a:p>
          <a:endParaRPr lang="en-US"/>
        </a:p>
      </dgm:t>
    </dgm:pt>
    <dgm:pt modelId="{A0A42F4D-C7F8-4E26-9CF8-04C5C6164573}" type="sibTrans" cxnId="{86F9D948-440D-470A-815A-4EE2B64C5EBA}">
      <dgm:prSet/>
      <dgm:spPr/>
      <dgm:t>
        <a:bodyPr/>
        <a:lstStyle/>
        <a:p>
          <a:endParaRPr lang="en-US"/>
        </a:p>
      </dgm:t>
    </dgm:pt>
    <dgm:pt modelId="{52121D7F-D62C-45CE-B7DA-459B40D11D80}">
      <dgm:prSet/>
      <dgm:spPr/>
      <dgm:t>
        <a:bodyPr/>
        <a:lstStyle/>
        <a:p>
          <a:r>
            <a:rPr lang="pt-BR" b="1"/>
            <a:t>Memória Humana:</a:t>
          </a:r>
          <a:r>
            <a:rPr lang="pt-BR"/>
            <a:t> * Limitações da Memória de Trabalho (Regra de Miller: 7±2 itens).</a:t>
          </a:r>
          <a:endParaRPr lang="en-US"/>
        </a:p>
      </dgm:t>
    </dgm:pt>
    <dgm:pt modelId="{46AB7329-13C2-4FA7-80BD-F56D50E69D26}" type="parTrans" cxnId="{4DF25B11-266D-4ECD-ADAA-ECC69F624BA1}">
      <dgm:prSet/>
      <dgm:spPr/>
      <dgm:t>
        <a:bodyPr/>
        <a:lstStyle/>
        <a:p>
          <a:endParaRPr lang="en-US"/>
        </a:p>
      </dgm:t>
    </dgm:pt>
    <dgm:pt modelId="{F33D6B4E-66CF-4DFB-85AA-09CA598215ED}" type="sibTrans" cxnId="{4DF25B11-266D-4ECD-ADAA-ECC69F624BA1}">
      <dgm:prSet/>
      <dgm:spPr/>
      <dgm:t>
        <a:bodyPr/>
        <a:lstStyle/>
        <a:p>
          <a:endParaRPr lang="en-US"/>
        </a:p>
      </dgm:t>
    </dgm:pt>
    <dgm:pt modelId="{147EFA49-E2A8-4550-A384-8F3AFA81176B}">
      <dgm:prSet/>
      <dgm:spPr/>
      <dgm:t>
        <a:bodyPr/>
        <a:lstStyle/>
        <a:p>
          <a:r>
            <a:rPr lang="pt-BR"/>
            <a:t>Priorização do Reconhecimento sobre a Lembrança.</a:t>
          </a:r>
          <a:endParaRPr lang="en-US"/>
        </a:p>
      </dgm:t>
    </dgm:pt>
    <dgm:pt modelId="{37F8F4B0-1EF8-4BA9-AAAA-DA0C1422FBE7}" type="parTrans" cxnId="{E1C66C02-776D-4657-BF70-0B9D9E948351}">
      <dgm:prSet/>
      <dgm:spPr/>
      <dgm:t>
        <a:bodyPr/>
        <a:lstStyle/>
        <a:p>
          <a:endParaRPr lang="en-US"/>
        </a:p>
      </dgm:t>
    </dgm:pt>
    <dgm:pt modelId="{82427276-5F98-4232-BD88-AC37E98B44C5}" type="sibTrans" cxnId="{E1C66C02-776D-4657-BF70-0B9D9E948351}">
      <dgm:prSet/>
      <dgm:spPr/>
      <dgm:t>
        <a:bodyPr/>
        <a:lstStyle/>
        <a:p>
          <a:endParaRPr lang="en-US"/>
        </a:p>
      </dgm:t>
    </dgm:pt>
    <dgm:pt modelId="{D6BE87CE-7405-4329-8A87-261792409B28}">
      <dgm:prSet/>
      <dgm:spPr/>
      <dgm:t>
        <a:bodyPr/>
        <a:lstStyle/>
        <a:p>
          <a:r>
            <a:rPr lang="pt-BR" b="1"/>
            <a:t>Metáforas de Interface: </a:t>
          </a:r>
          <a:r>
            <a:rPr lang="pt-BR"/>
            <a:t>Uso de conceitos familiares (lixeira, pasta, disquete) para facilitar a cognição.</a:t>
          </a:r>
          <a:endParaRPr lang="en-US"/>
        </a:p>
      </dgm:t>
    </dgm:pt>
    <dgm:pt modelId="{7A7F50A1-17E1-423A-86CA-A44C2ABD3BC1}" type="parTrans" cxnId="{4410F93D-F42F-44A5-95C3-0A217BC946B0}">
      <dgm:prSet/>
      <dgm:spPr/>
      <dgm:t>
        <a:bodyPr/>
        <a:lstStyle/>
        <a:p>
          <a:endParaRPr lang="en-US"/>
        </a:p>
      </dgm:t>
    </dgm:pt>
    <dgm:pt modelId="{DF367A5D-FC62-482F-AFBB-2D2F35668C07}" type="sibTrans" cxnId="{4410F93D-F42F-44A5-95C3-0A217BC946B0}">
      <dgm:prSet/>
      <dgm:spPr/>
      <dgm:t>
        <a:bodyPr/>
        <a:lstStyle/>
        <a:p>
          <a:endParaRPr lang="en-US"/>
        </a:p>
      </dgm:t>
    </dgm:pt>
    <dgm:pt modelId="{C30E2288-2CCB-4FD7-92AD-5E43050C04F5}" type="pres">
      <dgm:prSet presAssocID="{829281D0-588D-4B26-8422-205BF242E8A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73E0989-AF79-4BA5-9428-501D199FD90B}" type="pres">
      <dgm:prSet presAssocID="{7EB27EFD-7C70-426E-ADE2-754D96219398}" presName="root" presStyleCnt="0"/>
      <dgm:spPr/>
    </dgm:pt>
    <dgm:pt modelId="{81003BD1-A68C-430B-89F7-D8B5D15B82AC}" type="pres">
      <dgm:prSet presAssocID="{7EB27EFD-7C70-426E-ADE2-754D96219398}" presName="rootComposite" presStyleCnt="0"/>
      <dgm:spPr/>
    </dgm:pt>
    <dgm:pt modelId="{1D00A3F7-602D-43F4-B9C4-3E4495633D65}" type="pres">
      <dgm:prSet presAssocID="{7EB27EFD-7C70-426E-ADE2-754D96219398}" presName="rootText" presStyleLbl="node1" presStyleIdx="0" presStyleCnt="4"/>
      <dgm:spPr/>
    </dgm:pt>
    <dgm:pt modelId="{792C8486-56AA-44DA-BEE3-1661FF18659B}" type="pres">
      <dgm:prSet presAssocID="{7EB27EFD-7C70-426E-ADE2-754D96219398}" presName="rootConnector" presStyleLbl="node1" presStyleIdx="0" presStyleCnt="4"/>
      <dgm:spPr/>
    </dgm:pt>
    <dgm:pt modelId="{A4BFC67A-0284-4A9C-951C-2C0BEC35AB18}" type="pres">
      <dgm:prSet presAssocID="{7EB27EFD-7C70-426E-ADE2-754D96219398}" presName="childShape" presStyleCnt="0"/>
      <dgm:spPr/>
    </dgm:pt>
    <dgm:pt modelId="{4157C8DA-D13C-407E-A97C-CA719B6BA36F}" type="pres">
      <dgm:prSet presAssocID="{F3C15AFD-9060-4C9B-A1B6-74A227275D70}" presName="root" presStyleCnt="0"/>
      <dgm:spPr/>
    </dgm:pt>
    <dgm:pt modelId="{46BC9457-4B38-477E-BA3C-82CDF44F9E1C}" type="pres">
      <dgm:prSet presAssocID="{F3C15AFD-9060-4C9B-A1B6-74A227275D70}" presName="rootComposite" presStyleCnt="0"/>
      <dgm:spPr/>
    </dgm:pt>
    <dgm:pt modelId="{A28BDB28-3F76-4345-85A7-E4204F735778}" type="pres">
      <dgm:prSet presAssocID="{F3C15AFD-9060-4C9B-A1B6-74A227275D70}" presName="rootText" presStyleLbl="node1" presStyleIdx="1" presStyleCnt="4"/>
      <dgm:spPr/>
    </dgm:pt>
    <dgm:pt modelId="{5EEEEC53-5FCC-418F-A53D-EF97173EAE74}" type="pres">
      <dgm:prSet presAssocID="{F3C15AFD-9060-4C9B-A1B6-74A227275D70}" presName="rootConnector" presStyleLbl="node1" presStyleIdx="1" presStyleCnt="4"/>
      <dgm:spPr/>
    </dgm:pt>
    <dgm:pt modelId="{D4B5FA07-10E5-4E9A-A88F-8A54A51BAF3B}" type="pres">
      <dgm:prSet presAssocID="{F3C15AFD-9060-4C9B-A1B6-74A227275D70}" presName="childShape" presStyleCnt="0"/>
      <dgm:spPr/>
    </dgm:pt>
    <dgm:pt modelId="{3372BB4C-914F-4731-ADCC-15570F27994D}" type="pres">
      <dgm:prSet presAssocID="{302F789F-D884-448E-B81E-3D67EDDAC03C}" presName="Name13" presStyleLbl="parChTrans1D2" presStyleIdx="0" presStyleCnt="3"/>
      <dgm:spPr/>
    </dgm:pt>
    <dgm:pt modelId="{2733106D-EF59-4976-A095-61263877C628}" type="pres">
      <dgm:prSet presAssocID="{5D7CFACB-778F-4D0E-8358-41DA3F94B6E6}" presName="childText" presStyleLbl="bgAcc1" presStyleIdx="0" presStyleCnt="3">
        <dgm:presLayoutVars>
          <dgm:bulletEnabled val="1"/>
        </dgm:presLayoutVars>
      </dgm:prSet>
      <dgm:spPr/>
    </dgm:pt>
    <dgm:pt modelId="{472382DB-78A3-43CB-A2E4-627542BC6026}" type="pres">
      <dgm:prSet presAssocID="{C2B7C3E6-FA76-4FEC-96C9-11727A97646C}" presName="Name13" presStyleLbl="parChTrans1D2" presStyleIdx="1" presStyleCnt="3"/>
      <dgm:spPr/>
    </dgm:pt>
    <dgm:pt modelId="{EB58B0C4-B562-4689-8468-ED27B7F3D6D6}" type="pres">
      <dgm:prSet presAssocID="{EB3C9E33-FEEC-4072-A100-EB8EA76B3271}" presName="childText" presStyleLbl="bgAcc1" presStyleIdx="1" presStyleCnt="3">
        <dgm:presLayoutVars>
          <dgm:bulletEnabled val="1"/>
        </dgm:presLayoutVars>
      </dgm:prSet>
      <dgm:spPr/>
    </dgm:pt>
    <dgm:pt modelId="{EB870F3F-E695-42BF-B663-986D0D6A1A2C}" type="pres">
      <dgm:prSet presAssocID="{52121D7F-D62C-45CE-B7DA-459B40D11D80}" presName="root" presStyleCnt="0"/>
      <dgm:spPr/>
    </dgm:pt>
    <dgm:pt modelId="{22F32946-C2BC-4D0B-B7D8-59F5ED450F21}" type="pres">
      <dgm:prSet presAssocID="{52121D7F-D62C-45CE-B7DA-459B40D11D80}" presName="rootComposite" presStyleCnt="0"/>
      <dgm:spPr/>
    </dgm:pt>
    <dgm:pt modelId="{76280259-E26D-49FD-8649-1F9B2D8EA225}" type="pres">
      <dgm:prSet presAssocID="{52121D7F-D62C-45CE-B7DA-459B40D11D80}" presName="rootText" presStyleLbl="node1" presStyleIdx="2" presStyleCnt="4"/>
      <dgm:spPr/>
    </dgm:pt>
    <dgm:pt modelId="{2A32B2DC-9C2A-4A21-829F-314BFD9C17B3}" type="pres">
      <dgm:prSet presAssocID="{52121D7F-D62C-45CE-B7DA-459B40D11D80}" presName="rootConnector" presStyleLbl="node1" presStyleIdx="2" presStyleCnt="4"/>
      <dgm:spPr/>
    </dgm:pt>
    <dgm:pt modelId="{668A7FE6-C4E9-4575-9003-D5350442152D}" type="pres">
      <dgm:prSet presAssocID="{52121D7F-D62C-45CE-B7DA-459B40D11D80}" presName="childShape" presStyleCnt="0"/>
      <dgm:spPr/>
    </dgm:pt>
    <dgm:pt modelId="{0D05187D-3C1F-4A9B-8B7A-58D56F4E6F1F}" type="pres">
      <dgm:prSet presAssocID="{37F8F4B0-1EF8-4BA9-AAAA-DA0C1422FBE7}" presName="Name13" presStyleLbl="parChTrans1D2" presStyleIdx="2" presStyleCnt="3"/>
      <dgm:spPr/>
    </dgm:pt>
    <dgm:pt modelId="{7D0C272B-AEA5-4529-84DF-E7A6B30B346F}" type="pres">
      <dgm:prSet presAssocID="{147EFA49-E2A8-4550-A384-8F3AFA81176B}" presName="childText" presStyleLbl="bgAcc1" presStyleIdx="2" presStyleCnt="3">
        <dgm:presLayoutVars>
          <dgm:bulletEnabled val="1"/>
        </dgm:presLayoutVars>
      </dgm:prSet>
      <dgm:spPr/>
    </dgm:pt>
    <dgm:pt modelId="{F2A3C618-5C08-4565-A1E3-7E59CE43F6E4}" type="pres">
      <dgm:prSet presAssocID="{D6BE87CE-7405-4329-8A87-261792409B28}" presName="root" presStyleCnt="0"/>
      <dgm:spPr/>
    </dgm:pt>
    <dgm:pt modelId="{043383F4-B716-40F0-8967-59C0F6C27499}" type="pres">
      <dgm:prSet presAssocID="{D6BE87CE-7405-4329-8A87-261792409B28}" presName="rootComposite" presStyleCnt="0"/>
      <dgm:spPr/>
    </dgm:pt>
    <dgm:pt modelId="{92299329-BC45-49BE-8687-117566CC3856}" type="pres">
      <dgm:prSet presAssocID="{D6BE87CE-7405-4329-8A87-261792409B28}" presName="rootText" presStyleLbl="node1" presStyleIdx="3" presStyleCnt="4"/>
      <dgm:spPr/>
    </dgm:pt>
    <dgm:pt modelId="{C9635741-F90E-4CC3-BD8F-5F403AACEB78}" type="pres">
      <dgm:prSet presAssocID="{D6BE87CE-7405-4329-8A87-261792409B28}" presName="rootConnector" presStyleLbl="node1" presStyleIdx="3" presStyleCnt="4"/>
      <dgm:spPr/>
    </dgm:pt>
    <dgm:pt modelId="{58B5A564-AF94-44E1-A06A-F965343DC5BE}" type="pres">
      <dgm:prSet presAssocID="{D6BE87CE-7405-4329-8A87-261792409B28}" presName="childShape" presStyleCnt="0"/>
      <dgm:spPr/>
    </dgm:pt>
  </dgm:ptLst>
  <dgm:cxnLst>
    <dgm:cxn modelId="{E1C66C02-776D-4657-BF70-0B9D9E948351}" srcId="{52121D7F-D62C-45CE-B7DA-459B40D11D80}" destId="{147EFA49-E2A8-4550-A384-8F3AFA81176B}" srcOrd="0" destOrd="0" parTransId="{37F8F4B0-1EF8-4BA9-AAAA-DA0C1422FBE7}" sibTransId="{82427276-5F98-4232-BD88-AC37E98B44C5}"/>
    <dgm:cxn modelId="{4DF25B11-266D-4ECD-ADAA-ECC69F624BA1}" srcId="{829281D0-588D-4B26-8422-205BF242E8AA}" destId="{52121D7F-D62C-45CE-B7DA-459B40D11D80}" srcOrd="2" destOrd="0" parTransId="{46AB7329-13C2-4FA7-80BD-F56D50E69D26}" sibTransId="{F33D6B4E-66CF-4DFB-85AA-09CA598215ED}"/>
    <dgm:cxn modelId="{4410F93D-F42F-44A5-95C3-0A217BC946B0}" srcId="{829281D0-588D-4B26-8422-205BF242E8AA}" destId="{D6BE87CE-7405-4329-8A87-261792409B28}" srcOrd="3" destOrd="0" parTransId="{7A7F50A1-17E1-423A-86CA-A44C2ABD3BC1}" sibTransId="{DF367A5D-FC62-482F-AFBB-2D2F35668C07}"/>
    <dgm:cxn modelId="{ED1F8A5D-5665-479A-8B99-4B10744EAD99}" type="presOf" srcId="{EB3C9E33-FEEC-4072-A100-EB8EA76B3271}" destId="{EB58B0C4-B562-4689-8468-ED27B7F3D6D6}" srcOrd="0" destOrd="0" presId="urn:microsoft.com/office/officeart/2005/8/layout/hierarchy3"/>
    <dgm:cxn modelId="{F236EB63-0A88-4DF5-81C9-80B432683A4F}" type="presOf" srcId="{37F8F4B0-1EF8-4BA9-AAAA-DA0C1422FBE7}" destId="{0D05187D-3C1F-4A9B-8B7A-58D56F4E6F1F}" srcOrd="0" destOrd="0" presId="urn:microsoft.com/office/officeart/2005/8/layout/hierarchy3"/>
    <dgm:cxn modelId="{86F9D948-440D-470A-815A-4EE2B64C5EBA}" srcId="{F3C15AFD-9060-4C9B-A1B6-74A227275D70}" destId="{EB3C9E33-FEEC-4072-A100-EB8EA76B3271}" srcOrd="1" destOrd="0" parTransId="{C2B7C3E6-FA76-4FEC-96C9-11727A97646C}" sibTransId="{A0A42F4D-C7F8-4E26-9CF8-04C5C6164573}"/>
    <dgm:cxn modelId="{F213DA77-BCB0-4C0B-86BE-BF3FE140EBF3}" srcId="{829281D0-588D-4B26-8422-205BF242E8AA}" destId="{F3C15AFD-9060-4C9B-A1B6-74A227275D70}" srcOrd="1" destOrd="0" parTransId="{89772214-7C8D-4FEF-BA61-824DEDEFB4F2}" sibTransId="{DB515ACA-60A1-4B95-8394-32BAC0FD8402}"/>
    <dgm:cxn modelId="{181E7783-9D04-4B92-BB06-9AAA06DD1847}" type="presOf" srcId="{F3C15AFD-9060-4C9B-A1B6-74A227275D70}" destId="{5EEEEC53-5FCC-418F-A53D-EF97173EAE74}" srcOrd="1" destOrd="0" presId="urn:microsoft.com/office/officeart/2005/8/layout/hierarchy3"/>
    <dgm:cxn modelId="{D9694284-2F9C-4CC0-85AE-89E49B5933DA}" type="presOf" srcId="{52121D7F-D62C-45CE-B7DA-459B40D11D80}" destId="{2A32B2DC-9C2A-4A21-829F-314BFD9C17B3}" srcOrd="1" destOrd="0" presId="urn:microsoft.com/office/officeart/2005/8/layout/hierarchy3"/>
    <dgm:cxn modelId="{4F212891-01AF-4794-8C74-9F30A85F0320}" type="presOf" srcId="{829281D0-588D-4B26-8422-205BF242E8AA}" destId="{C30E2288-2CCB-4FD7-92AD-5E43050C04F5}" srcOrd="0" destOrd="0" presId="urn:microsoft.com/office/officeart/2005/8/layout/hierarchy3"/>
    <dgm:cxn modelId="{AA50179E-CE81-4716-9DD1-2211B4A7D610}" type="presOf" srcId="{7EB27EFD-7C70-426E-ADE2-754D96219398}" destId="{1D00A3F7-602D-43F4-B9C4-3E4495633D65}" srcOrd="0" destOrd="0" presId="urn:microsoft.com/office/officeart/2005/8/layout/hierarchy3"/>
    <dgm:cxn modelId="{0000EFB4-B133-4137-82E7-51DACCE43383}" type="presOf" srcId="{F3C15AFD-9060-4C9B-A1B6-74A227275D70}" destId="{A28BDB28-3F76-4345-85A7-E4204F735778}" srcOrd="0" destOrd="0" presId="urn:microsoft.com/office/officeart/2005/8/layout/hierarchy3"/>
    <dgm:cxn modelId="{740142B6-EF77-44BB-8E66-9C94C842A0B2}" type="presOf" srcId="{D6BE87CE-7405-4329-8A87-261792409B28}" destId="{92299329-BC45-49BE-8687-117566CC3856}" srcOrd="0" destOrd="0" presId="urn:microsoft.com/office/officeart/2005/8/layout/hierarchy3"/>
    <dgm:cxn modelId="{64DCBDBA-A484-4972-9B3F-AB26BD564314}" type="presOf" srcId="{7EB27EFD-7C70-426E-ADE2-754D96219398}" destId="{792C8486-56AA-44DA-BEE3-1661FF18659B}" srcOrd="1" destOrd="0" presId="urn:microsoft.com/office/officeart/2005/8/layout/hierarchy3"/>
    <dgm:cxn modelId="{434341C2-D1ED-4344-B048-B3101F9B5F3D}" type="presOf" srcId="{5D7CFACB-778F-4D0E-8358-41DA3F94B6E6}" destId="{2733106D-EF59-4976-A095-61263877C628}" srcOrd="0" destOrd="0" presId="urn:microsoft.com/office/officeart/2005/8/layout/hierarchy3"/>
    <dgm:cxn modelId="{DB3AF7C2-A791-48CE-9C47-30DA0A329830}" type="presOf" srcId="{302F789F-D884-448E-B81E-3D67EDDAC03C}" destId="{3372BB4C-914F-4731-ADCC-15570F27994D}" srcOrd="0" destOrd="0" presId="urn:microsoft.com/office/officeart/2005/8/layout/hierarchy3"/>
    <dgm:cxn modelId="{2C55F3CB-6EFD-4082-B9B8-72325741BB2B}" type="presOf" srcId="{52121D7F-D62C-45CE-B7DA-459B40D11D80}" destId="{76280259-E26D-49FD-8649-1F9B2D8EA225}" srcOrd="0" destOrd="0" presId="urn:microsoft.com/office/officeart/2005/8/layout/hierarchy3"/>
    <dgm:cxn modelId="{65445FDD-5DB3-437D-98D0-AE669E08C0E8}" srcId="{F3C15AFD-9060-4C9B-A1B6-74A227275D70}" destId="{5D7CFACB-778F-4D0E-8358-41DA3F94B6E6}" srcOrd="0" destOrd="0" parTransId="{302F789F-D884-448E-B81E-3D67EDDAC03C}" sibTransId="{33C16D18-0CF7-4612-9F2F-B7122D29A8A7}"/>
    <dgm:cxn modelId="{411176DE-305D-4716-9A86-32F928AFB115}" type="presOf" srcId="{147EFA49-E2A8-4550-A384-8F3AFA81176B}" destId="{7D0C272B-AEA5-4529-84DF-E7A6B30B346F}" srcOrd="0" destOrd="0" presId="urn:microsoft.com/office/officeart/2005/8/layout/hierarchy3"/>
    <dgm:cxn modelId="{502192F0-E3E1-4F6C-A645-D17D3DF1405C}" type="presOf" srcId="{D6BE87CE-7405-4329-8A87-261792409B28}" destId="{C9635741-F90E-4CC3-BD8F-5F403AACEB78}" srcOrd="1" destOrd="0" presId="urn:microsoft.com/office/officeart/2005/8/layout/hierarchy3"/>
    <dgm:cxn modelId="{8B2063F4-BBC8-4B84-BC31-3F63928F5D51}" srcId="{829281D0-588D-4B26-8422-205BF242E8AA}" destId="{7EB27EFD-7C70-426E-ADE2-754D96219398}" srcOrd="0" destOrd="0" parTransId="{44CBA82B-7236-4FDD-8301-8C9EF11607DE}" sibTransId="{0C278FF8-4AC8-4D66-8D42-93994F95E875}"/>
    <dgm:cxn modelId="{51E814F8-F847-47C1-AA20-CED2F2B1E646}" type="presOf" srcId="{C2B7C3E6-FA76-4FEC-96C9-11727A97646C}" destId="{472382DB-78A3-43CB-A2E4-627542BC6026}" srcOrd="0" destOrd="0" presId="urn:microsoft.com/office/officeart/2005/8/layout/hierarchy3"/>
    <dgm:cxn modelId="{82447C27-6B3F-4043-8A03-154B55864C7C}" type="presParOf" srcId="{C30E2288-2CCB-4FD7-92AD-5E43050C04F5}" destId="{873E0989-AF79-4BA5-9428-501D199FD90B}" srcOrd="0" destOrd="0" presId="urn:microsoft.com/office/officeart/2005/8/layout/hierarchy3"/>
    <dgm:cxn modelId="{943B7E95-7E69-4FEC-B5D8-F52CDAAB2F4D}" type="presParOf" srcId="{873E0989-AF79-4BA5-9428-501D199FD90B}" destId="{81003BD1-A68C-430B-89F7-D8B5D15B82AC}" srcOrd="0" destOrd="0" presId="urn:microsoft.com/office/officeart/2005/8/layout/hierarchy3"/>
    <dgm:cxn modelId="{AB87DF48-2FBF-48A7-A846-169A873E444F}" type="presParOf" srcId="{81003BD1-A68C-430B-89F7-D8B5D15B82AC}" destId="{1D00A3F7-602D-43F4-B9C4-3E4495633D65}" srcOrd="0" destOrd="0" presId="urn:microsoft.com/office/officeart/2005/8/layout/hierarchy3"/>
    <dgm:cxn modelId="{BA6B58C7-C6C0-4E1A-8F19-30E6A964573A}" type="presParOf" srcId="{81003BD1-A68C-430B-89F7-D8B5D15B82AC}" destId="{792C8486-56AA-44DA-BEE3-1661FF18659B}" srcOrd="1" destOrd="0" presId="urn:microsoft.com/office/officeart/2005/8/layout/hierarchy3"/>
    <dgm:cxn modelId="{A1BB4E2A-B8B1-424E-A9E1-8E3921212E8C}" type="presParOf" srcId="{873E0989-AF79-4BA5-9428-501D199FD90B}" destId="{A4BFC67A-0284-4A9C-951C-2C0BEC35AB18}" srcOrd="1" destOrd="0" presId="urn:microsoft.com/office/officeart/2005/8/layout/hierarchy3"/>
    <dgm:cxn modelId="{E4081B21-5F07-4A42-AF5A-E135B1EC9E54}" type="presParOf" srcId="{C30E2288-2CCB-4FD7-92AD-5E43050C04F5}" destId="{4157C8DA-D13C-407E-A97C-CA719B6BA36F}" srcOrd="1" destOrd="0" presId="urn:microsoft.com/office/officeart/2005/8/layout/hierarchy3"/>
    <dgm:cxn modelId="{AB2285F7-5F1B-4123-9F7A-E37B27862890}" type="presParOf" srcId="{4157C8DA-D13C-407E-A97C-CA719B6BA36F}" destId="{46BC9457-4B38-477E-BA3C-82CDF44F9E1C}" srcOrd="0" destOrd="0" presId="urn:microsoft.com/office/officeart/2005/8/layout/hierarchy3"/>
    <dgm:cxn modelId="{295C6988-15A9-4292-9E40-0BA53FC1DA34}" type="presParOf" srcId="{46BC9457-4B38-477E-BA3C-82CDF44F9E1C}" destId="{A28BDB28-3F76-4345-85A7-E4204F735778}" srcOrd="0" destOrd="0" presId="urn:microsoft.com/office/officeart/2005/8/layout/hierarchy3"/>
    <dgm:cxn modelId="{74AEF7A1-B2C3-4819-B77A-904246574CFE}" type="presParOf" srcId="{46BC9457-4B38-477E-BA3C-82CDF44F9E1C}" destId="{5EEEEC53-5FCC-418F-A53D-EF97173EAE74}" srcOrd="1" destOrd="0" presId="urn:microsoft.com/office/officeart/2005/8/layout/hierarchy3"/>
    <dgm:cxn modelId="{E5A3E008-20E5-4F65-9855-1297594A2120}" type="presParOf" srcId="{4157C8DA-D13C-407E-A97C-CA719B6BA36F}" destId="{D4B5FA07-10E5-4E9A-A88F-8A54A51BAF3B}" srcOrd="1" destOrd="0" presId="urn:microsoft.com/office/officeart/2005/8/layout/hierarchy3"/>
    <dgm:cxn modelId="{5B9D3370-64FF-49A5-816E-183E4F444C0E}" type="presParOf" srcId="{D4B5FA07-10E5-4E9A-A88F-8A54A51BAF3B}" destId="{3372BB4C-914F-4731-ADCC-15570F27994D}" srcOrd="0" destOrd="0" presId="urn:microsoft.com/office/officeart/2005/8/layout/hierarchy3"/>
    <dgm:cxn modelId="{4FC94EA1-4071-4836-BE0D-250B4C76651D}" type="presParOf" srcId="{D4B5FA07-10E5-4E9A-A88F-8A54A51BAF3B}" destId="{2733106D-EF59-4976-A095-61263877C628}" srcOrd="1" destOrd="0" presId="urn:microsoft.com/office/officeart/2005/8/layout/hierarchy3"/>
    <dgm:cxn modelId="{AFA70C65-C655-4ABD-9BA0-EFAB366FFD67}" type="presParOf" srcId="{D4B5FA07-10E5-4E9A-A88F-8A54A51BAF3B}" destId="{472382DB-78A3-43CB-A2E4-627542BC6026}" srcOrd="2" destOrd="0" presId="urn:microsoft.com/office/officeart/2005/8/layout/hierarchy3"/>
    <dgm:cxn modelId="{CC86BFBD-8F4E-40FD-A93F-0E83E8AE987D}" type="presParOf" srcId="{D4B5FA07-10E5-4E9A-A88F-8A54A51BAF3B}" destId="{EB58B0C4-B562-4689-8468-ED27B7F3D6D6}" srcOrd="3" destOrd="0" presId="urn:microsoft.com/office/officeart/2005/8/layout/hierarchy3"/>
    <dgm:cxn modelId="{864104F5-C234-4F96-B6BB-E1C9FC929802}" type="presParOf" srcId="{C30E2288-2CCB-4FD7-92AD-5E43050C04F5}" destId="{EB870F3F-E695-42BF-B663-986D0D6A1A2C}" srcOrd="2" destOrd="0" presId="urn:microsoft.com/office/officeart/2005/8/layout/hierarchy3"/>
    <dgm:cxn modelId="{6A36E93B-C9D8-4849-8DC4-F33B51859FCE}" type="presParOf" srcId="{EB870F3F-E695-42BF-B663-986D0D6A1A2C}" destId="{22F32946-C2BC-4D0B-B7D8-59F5ED450F21}" srcOrd="0" destOrd="0" presId="urn:microsoft.com/office/officeart/2005/8/layout/hierarchy3"/>
    <dgm:cxn modelId="{F2EB4C2E-947C-4398-B254-A678ACE179B2}" type="presParOf" srcId="{22F32946-C2BC-4D0B-B7D8-59F5ED450F21}" destId="{76280259-E26D-49FD-8649-1F9B2D8EA225}" srcOrd="0" destOrd="0" presId="urn:microsoft.com/office/officeart/2005/8/layout/hierarchy3"/>
    <dgm:cxn modelId="{BB54FD82-6221-4A37-827B-986038616A47}" type="presParOf" srcId="{22F32946-C2BC-4D0B-B7D8-59F5ED450F21}" destId="{2A32B2DC-9C2A-4A21-829F-314BFD9C17B3}" srcOrd="1" destOrd="0" presId="urn:microsoft.com/office/officeart/2005/8/layout/hierarchy3"/>
    <dgm:cxn modelId="{B299CF01-1B2B-4FBA-8789-F3DF74171375}" type="presParOf" srcId="{EB870F3F-E695-42BF-B663-986D0D6A1A2C}" destId="{668A7FE6-C4E9-4575-9003-D5350442152D}" srcOrd="1" destOrd="0" presId="urn:microsoft.com/office/officeart/2005/8/layout/hierarchy3"/>
    <dgm:cxn modelId="{C286667E-F3B2-4D9C-AAC4-E23D9D4A7991}" type="presParOf" srcId="{668A7FE6-C4E9-4575-9003-D5350442152D}" destId="{0D05187D-3C1F-4A9B-8B7A-58D56F4E6F1F}" srcOrd="0" destOrd="0" presId="urn:microsoft.com/office/officeart/2005/8/layout/hierarchy3"/>
    <dgm:cxn modelId="{7FF0D8CD-DE9E-4E5C-9DC7-4E81236546F2}" type="presParOf" srcId="{668A7FE6-C4E9-4575-9003-D5350442152D}" destId="{7D0C272B-AEA5-4529-84DF-E7A6B30B346F}" srcOrd="1" destOrd="0" presId="urn:microsoft.com/office/officeart/2005/8/layout/hierarchy3"/>
    <dgm:cxn modelId="{9CB4072F-7525-421E-BA7A-986D51E4215A}" type="presParOf" srcId="{C30E2288-2CCB-4FD7-92AD-5E43050C04F5}" destId="{F2A3C618-5C08-4565-A1E3-7E59CE43F6E4}" srcOrd="3" destOrd="0" presId="urn:microsoft.com/office/officeart/2005/8/layout/hierarchy3"/>
    <dgm:cxn modelId="{05821AB5-4BC0-4BB5-8AE1-72C3EF4532F4}" type="presParOf" srcId="{F2A3C618-5C08-4565-A1E3-7E59CE43F6E4}" destId="{043383F4-B716-40F0-8967-59C0F6C27499}" srcOrd="0" destOrd="0" presId="urn:microsoft.com/office/officeart/2005/8/layout/hierarchy3"/>
    <dgm:cxn modelId="{A28A730B-A613-4458-B618-ADD654750718}" type="presParOf" srcId="{043383F4-B716-40F0-8967-59C0F6C27499}" destId="{92299329-BC45-49BE-8687-117566CC3856}" srcOrd="0" destOrd="0" presId="urn:microsoft.com/office/officeart/2005/8/layout/hierarchy3"/>
    <dgm:cxn modelId="{536C4C2E-A3F6-4EAD-9A8A-426B23E9673A}" type="presParOf" srcId="{043383F4-B716-40F0-8967-59C0F6C27499}" destId="{C9635741-F90E-4CC3-BD8F-5F403AACEB78}" srcOrd="1" destOrd="0" presId="urn:microsoft.com/office/officeart/2005/8/layout/hierarchy3"/>
    <dgm:cxn modelId="{0C5457C2-4898-446D-8F06-CF855119318A}" type="presParOf" srcId="{F2A3C618-5C08-4565-A1E3-7E59CE43F6E4}" destId="{58B5A564-AF94-44E1-A06A-F965343DC5B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F55BB9-6EB1-42AA-890C-2E7B3590ABA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CD34264-1AE4-4046-9AB6-93F97C890469}">
      <dgm:prSet/>
      <dgm:spPr/>
      <dgm:t>
        <a:bodyPr/>
        <a:lstStyle/>
        <a:p>
          <a:r>
            <a:rPr lang="pt-BR" b="1"/>
            <a:t>Regra de Miller (7 +-2 ):</a:t>
          </a:r>
          <a:r>
            <a:rPr lang="pt-BR"/>
            <a:t> A limitação biológica da nossa memória de curto prazo. Processamos apenas entre 5 e 9 unidades de informação por vez.</a:t>
          </a:r>
          <a:endParaRPr lang="en-US"/>
        </a:p>
      </dgm:t>
    </dgm:pt>
    <dgm:pt modelId="{2EE3A141-7E73-4563-9B91-AC14DBBEB00F}" type="parTrans" cxnId="{9987AD11-15AF-4565-973B-FF2B13964597}">
      <dgm:prSet/>
      <dgm:spPr/>
      <dgm:t>
        <a:bodyPr/>
        <a:lstStyle/>
        <a:p>
          <a:endParaRPr lang="en-US"/>
        </a:p>
      </dgm:t>
    </dgm:pt>
    <dgm:pt modelId="{87129522-E85F-4CB3-89C5-BB8A86EAA865}" type="sibTrans" cxnId="{9987AD11-15AF-4565-973B-FF2B13964597}">
      <dgm:prSet/>
      <dgm:spPr/>
      <dgm:t>
        <a:bodyPr/>
        <a:lstStyle/>
        <a:p>
          <a:endParaRPr lang="en-US"/>
        </a:p>
      </dgm:t>
    </dgm:pt>
    <dgm:pt modelId="{EF485715-947A-46FD-B94E-DB21F24C4878}">
      <dgm:prSet/>
      <dgm:spPr/>
      <dgm:t>
        <a:bodyPr/>
        <a:lstStyle/>
        <a:p>
          <a:r>
            <a:rPr lang="pt-BR" b="1"/>
            <a:t>Chunking (Agrupamento):</a:t>
          </a:r>
          <a:r>
            <a:rPr lang="pt-BR"/>
            <a:t> Estratégia de design para agrupar dados isolados em "blocos" com significado.</a:t>
          </a:r>
          <a:endParaRPr lang="en-US"/>
        </a:p>
      </dgm:t>
    </dgm:pt>
    <dgm:pt modelId="{8CBF7C97-65B3-476C-A35B-228DC5930E91}" type="parTrans" cxnId="{8750CBF8-8B84-465F-9A0B-4FF7CE57D750}">
      <dgm:prSet/>
      <dgm:spPr/>
      <dgm:t>
        <a:bodyPr/>
        <a:lstStyle/>
        <a:p>
          <a:endParaRPr lang="en-US"/>
        </a:p>
      </dgm:t>
    </dgm:pt>
    <dgm:pt modelId="{4B3A296F-E2D0-4778-9771-0B06DEAD6FDE}" type="sibTrans" cxnId="{8750CBF8-8B84-465F-9A0B-4FF7CE57D750}">
      <dgm:prSet/>
      <dgm:spPr/>
      <dgm:t>
        <a:bodyPr/>
        <a:lstStyle/>
        <a:p>
          <a:endParaRPr lang="en-US"/>
        </a:p>
      </dgm:t>
    </dgm:pt>
    <dgm:pt modelId="{D9748031-8B6A-40BD-AF4E-C1EAC9F74F45}">
      <dgm:prSet/>
      <dgm:spPr/>
      <dgm:t>
        <a:bodyPr/>
        <a:lstStyle/>
        <a:p>
          <a:r>
            <a:rPr lang="pt-BR"/>
            <a:t>Exemplo: Transformar 11 números soltos em um formato de telefone (XX) XXXXX-XXXX.</a:t>
          </a:r>
          <a:endParaRPr lang="en-US"/>
        </a:p>
      </dgm:t>
    </dgm:pt>
    <dgm:pt modelId="{3913584D-2360-4F69-881E-5891C0B1D7CE}" type="parTrans" cxnId="{FBAA9463-B856-4787-8C84-BF304009AAF4}">
      <dgm:prSet/>
      <dgm:spPr/>
      <dgm:t>
        <a:bodyPr/>
        <a:lstStyle/>
        <a:p>
          <a:endParaRPr lang="en-US"/>
        </a:p>
      </dgm:t>
    </dgm:pt>
    <dgm:pt modelId="{A97D36DE-2ADC-4188-9992-2FC455F625DA}" type="sibTrans" cxnId="{FBAA9463-B856-4787-8C84-BF304009AAF4}">
      <dgm:prSet/>
      <dgm:spPr/>
      <dgm:t>
        <a:bodyPr/>
        <a:lstStyle/>
        <a:p>
          <a:endParaRPr lang="en-US"/>
        </a:p>
      </dgm:t>
    </dgm:pt>
    <dgm:pt modelId="{28B01FB4-05FA-48C9-9C75-4DE7FF577992}">
      <dgm:prSet/>
      <dgm:spPr/>
      <dgm:t>
        <a:bodyPr/>
        <a:lstStyle/>
        <a:p>
          <a:r>
            <a:rPr lang="pt-BR" b="1"/>
            <a:t>Aplicação no Site:</a:t>
          </a:r>
          <a:r>
            <a:rPr lang="pt-BR"/>
            <a:t> Menus e blocos de serviços que respeitam esses limites reduzem a frustração e aumentam a Retenção.</a:t>
          </a:r>
          <a:endParaRPr lang="en-US"/>
        </a:p>
      </dgm:t>
    </dgm:pt>
    <dgm:pt modelId="{32A36B9F-9449-471B-A14E-7A3DF4EE1B9F}" type="parTrans" cxnId="{BB788FE8-BD73-438D-83B7-57937C50FBF2}">
      <dgm:prSet/>
      <dgm:spPr/>
      <dgm:t>
        <a:bodyPr/>
        <a:lstStyle/>
        <a:p>
          <a:endParaRPr lang="en-US"/>
        </a:p>
      </dgm:t>
    </dgm:pt>
    <dgm:pt modelId="{1CDA310C-1F39-43D6-A3F3-284B041BAA24}" type="sibTrans" cxnId="{BB788FE8-BD73-438D-83B7-57937C50FBF2}">
      <dgm:prSet/>
      <dgm:spPr/>
      <dgm:t>
        <a:bodyPr/>
        <a:lstStyle/>
        <a:p>
          <a:endParaRPr lang="en-US"/>
        </a:p>
      </dgm:t>
    </dgm:pt>
    <dgm:pt modelId="{83469C5C-D07B-4C08-8DB6-3643FAA5A922}" type="pres">
      <dgm:prSet presAssocID="{8DF55BB9-6EB1-42AA-890C-2E7B3590ABAA}" presName="linear" presStyleCnt="0">
        <dgm:presLayoutVars>
          <dgm:animLvl val="lvl"/>
          <dgm:resizeHandles val="exact"/>
        </dgm:presLayoutVars>
      </dgm:prSet>
      <dgm:spPr/>
    </dgm:pt>
    <dgm:pt modelId="{38941A9E-203B-4C73-AECF-806D1E503C3C}" type="pres">
      <dgm:prSet presAssocID="{2CD34264-1AE4-4046-9AB6-93F97C89046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33FE710-D238-412B-8E27-78E9CCB38150}" type="pres">
      <dgm:prSet presAssocID="{87129522-E85F-4CB3-89C5-BB8A86EAA865}" presName="spacer" presStyleCnt="0"/>
      <dgm:spPr/>
    </dgm:pt>
    <dgm:pt modelId="{08CADC1A-3E6D-4B07-93F8-A667DAD7B6E6}" type="pres">
      <dgm:prSet presAssocID="{EF485715-947A-46FD-B94E-DB21F24C487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18C9D34-32C9-4883-AED7-3E575BA0BB0C}" type="pres">
      <dgm:prSet presAssocID="{EF485715-947A-46FD-B94E-DB21F24C4878}" presName="childText" presStyleLbl="revTx" presStyleIdx="0" presStyleCnt="1">
        <dgm:presLayoutVars>
          <dgm:bulletEnabled val="1"/>
        </dgm:presLayoutVars>
      </dgm:prSet>
      <dgm:spPr/>
    </dgm:pt>
    <dgm:pt modelId="{6B8987B4-ADA0-4850-BFB1-088457C216CC}" type="pres">
      <dgm:prSet presAssocID="{28B01FB4-05FA-48C9-9C75-4DE7FF57799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987AD11-15AF-4565-973B-FF2B13964597}" srcId="{8DF55BB9-6EB1-42AA-890C-2E7B3590ABAA}" destId="{2CD34264-1AE4-4046-9AB6-93F97C890469}" srcOrd="0" destOrd="0" parTransId="{2EE3A141-7E73-4563-9B91-AC14DBBEB00F}" sibTransId="{87129522-E85F-4CB3-89C5-BB8A86EAA865}"/>
    <dgm:cxn modelId="{FBAA9463-B856-4787-8C84-BF304009AAF4}" srcId="{EF485715-947A-46FD-B94E-DB21F24C4878}" destId="{D9748031-8B6A-40BD-AF4E-C1EAC9F74F45}" srcOrd="0" destOrd="0" parTransId="{3913584D-2360-4F69-881E-5891C0B1D7CE}" sibTransId="{A97D36DE-2ADC-4188-9992-2FC455F625DA}"/>
    <dgm:cxn modelId="{EE280292-59B5-4D8F-9107-7F55F6002A2D}" type="presOf" srcId="{8DF55BB9-6EB1-42AA-890C-2E7B3590ABAA}" destId="{83469C5C-D07B-4C08-8DB6-3643FAA5A922}" srcOrd="0" destOrd="0" presId="urn:microsoft.com/office/officeart/2005/8/layout/vList2"/>
    <dgm:cxn modelId="{0CBB5695-8EA0-4285-B13D-ED23B7517836}" type="presOf" srcId="{D9748031-8B6A-40BD-AF4E-C1EAC9F74F45}" destId="{018C9D34-32C9-4883-AED7-3E575BA0BB0C}" srcOrd="0" destOrd="0" presId="urn:microsoft.com/office/officeart/2005/8/layout/vList2"/>
    <dgm:cxn modelId="{A52257A0-2B47-4CC9-9D9E-AC0ED0C41E3F}" type="presOf" srcId="{2CD34264-1AE4-4046-9AB6-93F97C890469}" destId="{38941A9E-203B-4C73-AECF-806D1E503C3C}" srcOrd="0" destOrd="0" presId="urn:microsoft.com/office/officeart/2005/8/layout/vList2"/>
    <dgm:cxn modelId="{0327E7D9-3C95-41D0-B674-4BEFEE3B2FA8}" type="presOf" srcId="{EF485715-947A-46FD-B94E-DB21F24C4878}" destId="{08CADC1A-3E6D-4B07-93F8-A667DAD7B6E6}" srcOrd="0" destOrd="0" presId="urn:microsoft.com/office/officeart/2005/8/layout/vList2"/>
    <dgm:cxn modelId="{BB788FE8-BD73-438D-83B7-57937C50FBF2}" srcId="{8DF55BB9-6EB1-42AA-890C-2E7B3590ABAA}" destId="{28B01FB4-05FA-48C9-9C75-4DE7FF577992}" srcOrd="2" destOrd="0" parTransId="{32A36B9F-9449-471B-A14E-7A3DF4EE1B9F}" sibTransId="{1CDA310C-1F39-43D6-A3F3-284B041BAA24}"/>
    <dgm:cxn modelId="{27A92FEE-0769-47A2-91B1-3D7C72BD417C}" type="presOf" srcId="{28B01FB4-05FA-48C9-9C75-4DE7FF577992}" destId="{6B8987B4-ADA0-4850-BFB1-088457C216CC}" srcOrd="0" destOrd="0" presId="urn:microsoft.com/office/officeart/2005/8/layout/vList2"/>
    <dgm:cxn modelId="{8750CBF8-8B84-465F-9A0B-4FF7CE57D750}" srcId="{8DF55BB9-6EB1-42AA-890C-2E7B3590ABAA}" destId="{EF485715-947A-46FD-B94E-DB21F24C4878}" srcOrd="1" destOrd="0" parTransId="{8CBF7C97-65B3-476C-A35B-228DC5930E91}" sibTransId="{4B3A296F-E2D0-4778-9771-0B06DEAD6FDE}"/>
    <dgm:cxn modelId="{27AB21CD-4DAB-448B-A902-69F1219F31EC}" type="presParOf" srcId="{83469C5C-D07B-4C08-8DB6-3643FAA5A922}" destId="{38941A9E-203B-4C73-AECF-806D1E503C3C}" srcOrd="0" destOrd="0" presId="urn:microsoft.com/office/officeart/2005/8/layout/vList2"/>
    <dgm:cxn modelId="{B8116B3D-4666-4632-BFFD-C1469134E4E2}" type="presParOf" srcId="{83469C5C-D07B-4C08-8DB6-3643FAA5A922}" destId="{533FE710-D238-412B-8E27-78E9CCB38150}" srcOrd="1" destOrd="0" presId="urn:microsoft.com/office/officeart/2005/8/layout/vList2"/>
    <dgm:cxn modelId="{0E155F5E-42EF-47E9-9262-17FF769A1095}" type="presParOf" srcId="{83469C5C-D07B-4C08-8DB6-3643FAA5A922}" destId="{08CADC1A-3E6D-4B07-93F8-A667DAD7B6E6}" srcOrd="2" destOrd="0" presId="urn:microsoft.com/office/officeart/2005/8/layout/vList2"/>
    <dgm:cxn modelId="{F90AFC45-BD5F-4A4A-A7F8-B3CE552D621B}" type="presParOf" srcId="{83469C5C-D07B-4C08-8DB6-3643FAA5A922}" destId="{018C9D34-32C9-4883-AED7-3E575BA0BB0C}" srcOrd="3" destOrd="0" presId="urn:microsoft.com/office/officeart/2005/8/layout/vList2"/>
    <dgm:cxn modelId="{18378604-B5B0-4106-B154-51A61CD150F7}" type="presParOf" srcId="{83469C5C-D07B-4C08-8DB6-3643FAA5A922}" destId="{6B8987B4-ADA0-4850-BFB1-088457C216C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F78BAF-3D92-4761-81CF-67CEA471F583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EA5125F-C1F9-4406-9011-70C84F2B1DBD}">
      <dgm:prSet/>
      <dgm:spPr/>
      <dgm:t>
        <a:bodyPr/>
        <a:lstStyle/>
        <a:p>
          <a:r>
            <a:rPr lang="pt-BR" b="1"/>
            <a:t>Antropometria:</a:t>
          </a:r>
          <a:r>
            <a:rPr lang="pt-BR"/>
            <a:t> Estudo das medidas do corpo humano aplicadas ao design (alcance e posicionamento).</a:t>
          </a:r>
          <a:endParaRPr lang="en-US"/>
        </a:p>
      </dgm:t>
    </dgm:pt>
    <dgm:pt modelId="{4B1FD329-D670-40B2-B983-B7411988AE77}" type="parTrans" cxnId="{BECB7C3B-4F38-406A-98B4-67D3891816CD}">
      <dgm:prSet/>
      <dgm:spPr/>
      <dgm:t>
        <a:bodyPr/>
        <a:lstStyle/>
        <a:p>
          <a:endParaRPr lang="en-US"/>
        </a:p>
      </dgm:t>
    </dgm:pt>
    <dgm:pt modelId="{3F8B760E-024B-4AD6-91D9-A40EB87D0593}" type="sibTrans" cxnId="{BECB7C3B-4F38-406A-98B4-67D3891816CD}">
      <dgm:prSet/>
      <dgm:spPr/>
      <dgm:t>
        <a:bodyPr/>
        <a:lstStyle/>
        <a:p>
          <a:endParaRPr lang="en-US"/>
        </a:p>
      </dgm:t>
    </dgm:pt>
    <dgm:pt modelId="{4C9F0B9F-985F-4662-91E2-249F445A8107}">
      <dgm:prSet/>
      <dgm:spPr/>
      <dgm:t>
        <a:bodyPr/>
        <a:lstStyle/>
        <a:p>
          <a:r>
            <a:rPr lang="pt-BR" b="1"/>
            <a:t>Fatores de Exclusão:</a:t>
          </a:r>
          <a:r>
            <a:rPr lang="pt-BR"/>
            <a:t> Visão (daltonismo), motricidade (tremores, precisão) e audição.</a:t>
          </a:r>
          <a:endParaRPr lang="en-US"/>
        </a:p>
      </dgm:t>
    </dgm:pt>
    <dgm:pt modelId="{435884F3-CA8C-43A8-A32D-5CB9722F3983}" type="parTrans" cxnId="{8650B605-E8CE-4D90-A4C5-D18055083F38}">
      <dgm:prSet/>
      <dgm:spPr/>
      <dgm:t>
        <a:bodyPr/>
        <a:lstStyle/>
        <a:p>
          <a:endParaRPr lang="en-US"/>
        </a:p>
      </dgm:t>
    </dgm:pt>
    <dgm:pt modelId="{78B99B70-82D3-4D07-B4F9-F662CDD4503E}" type="sibTrans" cxnId="{8650B605-E8CE-4D90-A4C5-D18055083F38}">
      <dgm:prSet/>
      <dgm:spPr/>
      <dgm:t>
        <a:bodyPr/>
        <a:lstStyle/>
        <a:p>
          <a:endParaRPr lang="en-US"/>
        </a:p>
      </dgm:t>
    </dgm:pt>
    <dgm:pt modelId="{990F2DFA-1FF0-4720-9FA1-800B8AC66962}">
      <dgm:prSet/>
      <dgm:spPr/>
      <dgm:t>
        <a:bodyPr/>
        <a:lstStyle/>
        <a:p>
          <a:r>
            <a:rPr lang="pt-BR" b="1"/>
            <a:t>Design Responsivo e Mobile:</a:t>
          </a:r>
          <a:endParaRPr lang="en-US"/>
        </a:p>
      </dgm:t>
    </dgm:pt>
    <dgm:pt modelId="{AB62D558-ED1D-47F1-B6EE-AC7399903B47}" type="parTrans" cxnId="{2D47B8BC-6A98-4BB1-8D0A-8849A7A769D0}">
      <dgm:prSet/>
      <dgm:spPr/>
      <dgm:t>
        <a:bodyPr/>
        <a:lstStyle/>
        <a:p>
          <a:endParaRPr lang="en-US"/>
        </a:p>
      </dgm:t>
    </dgm:pt>
    <dgm:pt modelId="{9C75A1C0-FF21-4ECF-9D0B-FEB955415E42}" type="sibTrans" cxnId="{2D47B8BC-6A98-4BB1-8D0A-8849A7A769D0}">
      <dgm:prSet/>
      <dgm:spPr/>
      <dgm:t>
        <a:bodyPr/>
        <a:lstStyle/>
        <a:p>
          <a:endParaRPr lang="en-US"/>
        </a:p>
      </dgm:t>
    </dgm:pt>
    <dgm:pt modelId="{1D368D5D-E569-4723-AC97-CD084B72DE98}">
      <dgm:prSet/>
      <dgm:spPr/>
      <dgm:t>
        <a:bodyPr/>
        <a:lstStyle/>
        <a:p>
          <a:r>
            <a:rPr lang="pt-BR" u="sng"/>
            <a:t>Thumb Zone:</a:t>
          </a:r>
          <a:r>
            <a:rPr lang="pt-BR"/>
            <a:t> Áreas de alcance natural do polegar em smartphones.</a:t>
          </a:r>
          <a:endParaRPr lang="en-US"/>
        </a:p>
      </dgm:t>
    </dgm:pt>
    <dgm:pt modelId="{144571E0-8D80-4A65-8724-E795EC9DE8D2}" type="parTrans" cxnId="{EBA3B106-D14E-4F0C-9D86-9B366B0E3191}">
      <dgm:prSet/>
      <dgm:spPr/>
      <dgm:t>
        <a:bodyPr/>
        <a:lstStyle/>
        <a:p>
          <a:endParaRPr lang="en-US"/>
        </a:p>
      </dgm:t>
    </dgm:pt>
    <dgm:pt modelId="{A72E9844-73BE-4240-8CF0-62A5444701EC}" type="sibTrans" cxnId="{EBA3B106-D14E-4F0C-9D86-9B366B0E3191}">
      <dgm:prSet/>
      <dgm:spPr/>
      <dgm:t>
        <a:bodyPr/>
        <a:lstStyle/>
        <a:p>
          <a:endParaRPr lang="en-US"/>
        </a:p>
      </dgm:t>
    </dgm:pt>
    <dgm:pt modelId="{59E2B83B-BBD8-41FC-94F0-CC5FE2389069}">
      <dgm:prSet/>
      <dgm:spPr/>
      <dgm:t>
        <a:bodyPr/>
        <a:lstStyle/>
        <a:p>
          <a:r>
            <a:rPr lang="pt-BR" u="sng"/>
            <a:t>Touch Targets:</a:t>
          </a:r>
          <a:r>
            <a:rPr lang="pt-BR"/>
            <a:t> Dimensões mínimas para evitar erros de clique (mínimo 44x44 pontos).</a:t>
          </a:r>
          <a:endParaRPr lang="en-US"/>
        </a:p>
      </dgm:t>
    </dgm:pt>
    <dgm:pt modelId="{F1331CDF-F050-4CF3-AD46-17869A1F16F2}" type="parTrans" cxnId="{5554C39E-E148-4C17-B77D-0A63945D7B09}">
      <dgm:prSet/>
      <dgm:spPr/>
      <dgm:t>
        <a:bodyPr/>
        <a:lstStyle/>
        <a:p>
          <a:endParaRPr lang="en-US"/>
        </a:p>
      </dgm:t>
    </dgm:pt>
    <dgm:pt modelId="{D1D9F288-FC99-4624-B3E0-A8F6742CA202}" type="sibTrans" cxnId="{5554C39E-E148-4C17-B77D-0A63945D7B09}">
      <dgm:prSet/>
      <dgm:spPr/>
      <dgm:t>
        <a:bodyPr/>
        <a:lstStyle/>
        <a:p>
          <a:endParaRPr lang="en-US"/>
        </a:p>
      </dgm:t>
    </dgm:pt>
    <dgm:pt modelId="{404ECB33-9A3D-4BB0-B4A0-98EE47679FC6}">
      <dgm:prSet/>
      <dgm:spPr/>
      <dgm:t>
        <a:bodyPr/>
        <a:lstStyle/>
        <a:p>
          <a:r>
            <a:rPr lang="pt-BR" b="1"/>
            <a:t>Fadiga Visual:</a:t>
          </a:r>
          <a:r>
            <a:rPr lang="pt-BR"/>
            <a:t> Contraste, brilho e legibilidade da tipografia (Critérios WCAG).</a:t>
          </a:r>
          <a:endParaRPr lang="en-US"/>
        </a:p>
      </dgm:t>
    </dgm:pt>
    <dgm:pt modelId="{8424256A-6616-4D6F-9079-62C532F7A843}" type="parTrans" cxnId="{8B936E6D-96BE-4E30-B25E-1B16FE94E9A8}">
      <dgm:prSet/>
      <dgm:spPr/>
      <dgm:t>
        <a:bodyPr/>
        <a:lstStyle/>
        <a:p>
          <a:endParaRPr lang="en-US"/>
        </a:p>
      </dgm:t>
    </dgm:pt>
    <dgm:pt modelId="{8C0C8639-072C-4DBD-AB15-43B37E265CA8}" type="sibTrans" cxnId="{8B936E6D-96BE-4E30-B25E-1B16FE94E9A8}">
      <dgm:prSet/>
      <dgm:spPr/>
      <dgm:t>
        <a:bodyPr/>
        <a:lstStyle/>
        <a:p>
          <a:endParaRPr lang="en-US"/>
        </a:p>
      </dgm:t>
    </dgm:pt>
    <dgm:pt modelId="{F0BA2892-8908-4D1D-A858-781EC63298E1}" type="pres">
      <dgm:prSet presAssocID="{C7F78BAF-3D92-4761-81CF-67CEA471F583}" presName="Name0" presStyleCnt="0">
        <dgm:presLayoutVars>
          <dgm:dir/>
          <dgm:animLvl val="lvl"/>
          <dgm:resizeHandles val="exact"/>
        </dgm:presLayoutVars>
      </dgm:prSet>
      <dgm:spPr/>
    </dgm:pt>
    <dgm:pt modelId="{927BE231-FF4A-4371-BB60-C9BA72C6D32B}" type="pres">
      <dgm:prSet presAssocID="{2EA5125F-C1F9-4406-9011-70C84F2B1DBD}" presName="linNode" presStyleCnt="0"/>
      <dgm:spPr/>
    </dgm:pt>
    <dgm:pt modelId="{E5E0BCFA-E232-47C9-B42D-6E78762A173D}" type="pres">
      <dgm:prSet presAssocID="{2EA5125F-C1F9-4406-9011-70C84F2B1DBD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8294D5A4-7FD1-4E92-A8B0-A50524EE3D20}" type="pres">
      <dgm:prSet presAssocID="{3F8B760E-024B-4AD6-91D9-A40EB87D0593}" presName="sp" presStyleCnt="0"/>
      <dgm:spPr/>
    </dgm:pt>
    <dgm:pt modelId="{220E8A36-4F29-4325-8C3F-B9798D188C02}" type="pres">
      <dgm:prSet presAssocID="{4C9F0B9F-985F-4662-91E2-249F445A8107}" presName="linNode" presStyleCnt="0"/>
      <dgm:spPr/>
    </dgm:pt>
    <dgm:pt modelId="{93EA1A88-12D6-41A5-A9D4-C48638EAA2DE}" type="pres">
      <dgm:prSet presAssocID="{4C9F0B9F-985F-4662-91E2-249F445A810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7165F86-3C4E-41E3-B91E-84E497C3DC28}" type="pres">
      <dgm:prSet presAssocID="{78B99B70-82D3-4D07-B4F9-F662CDD4503E}" presName="sp" presStyleCnt="0"/>
      <dgm:spPr/>
    </dgm:pt>
    <dgm:pt modelId="{5A8B3EE2-9254-4548-80BE-2301CE49E16F}" type="pres">
      <dgm:prSet presAssocID="{990F2DFA-1FF0-4720-9FA1-800B8AC66962}" presName="linNode" presStyleCnt="0"/>
      <dgm:spPr/>
    </dgm:pt>
    <dgm:pt modelId="{E56124E5-D00A-4652-A714-149B20DCD067}" type="pres">
      <dgm:prSet presAssocID="{990F2DFA-1FF0-4720-9FA1-800B8AC6696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83917AA-9490-44AA-B367-4B5E040979FD}" type="pres">
      <dgm:prSet presAssocID="{990F2DFA-1FF0-4720-9FA1-800B8AC66962}" presName="descendantText" presStyleLbl="alignAccFollowNode1" presStyleIdx="0" presStyleCnt="1">
        <dgm:presLayoutVars>
          <dgm:bulletEnabled val="1"/>
        </dgm:presLayoutVars>
      </dgm:prSet>
      <dgm:spPr/>
    </dgm:pt>
    <dgm:pt modelId="{273D09E3-791B-48B8-BC43-863851016322}" type="pres">
      <dgm:prSet presAssocID="{9C75A1C0-FF21-4ECF-9D0B-FEB955415E42}" presName="sp" presStyleCnt="0"/>
      <dgm:spPr/>
    </dgm:pt>
    <dgm:pt modelId="{55CAC0EB-8EDA-4729-B8F5-CD2EF3B60F20}" type="pres">
      <dgm:prSet presAssocID="{404ECB33-9A3D-4BB0-B4A0-98EE47679FC6}" presName="linNode" presStyleCnt="0"/>
      <dgm:spPr/>
    </dgm:pt>
    <dgm:pt modelId="{EDBEDCEE-6B98-4F95-8AFF-496100C2AC0A}" type="pres">
      <dgm:prSet presAssocID="{404ECB33-9A3D-4BB0-B4A0-98EE47679FC6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8650B605-E8CE-4D90-A4C5-D18055083F38}" srcId="{C7F78BAF-3D92-4761-81CF-67CEA471F583}" destId="{4C9F0B9F-985F-4662-91E2-249F445A8107}" srcOrd="1" destOrd="0" parTransId="{435884F3-CA8C-43A8-A32D-5CB9722F3983}" sibTransId="{78B99B70-82D3-4D07-B4F9-F662CDD4503E}"/>
    <dgm:cxn modelId="{EBA3B106-D14E-4F0C-9D86-9B366B0E3191}" srcId="{990F2DFA-1FF0-4720-9FA1-800B8AC66962}" destId="{1D368D5D-E569-4723-AC97-CD084B72DE98}" srcOrd="0" destOrd="0" parTransId="{144571E0-8D80-4A65-8724-E795EC9DE8D2}" sibTransId="{A72E9844-73BE-4240-8CF0-62A5444701EC}"/>
    <dgm:cxn modelId="{93057916-D0C0-477F-A270-C64814FEBB75}" type="presOf" srcId="{C7F78BAF-3D92-4761-81CF-67CEA471F583}" destId="{F0BA2892-8908-4D1D-A858-781EC63298E1}" srcOrd="0" destOrd="0" presId="urn:microsoft.com/office/officeart/2005/8/layout/vList5"/>
    <dgm:cxn modelId="{CD7C8337-DC0E-408B-8F48-A2BA6864F1CC}" type="presOf" srcId="{1D368D5D-E569-4723-AC97-CD084B72DE98}" destId="{A83917AA-9490-44AA-B367-4B5E040979FD}" srcOrd="0" destOrd="0" presId="urn:microsoft.com/office/officeart/2005/8/layout/vList5"/>
    <dgm:cxn modelId="{BECB7C3B-4F38-406A-98B4-67D3891816CD}" srcId="{C7F78BAF-3D92-4761-81CF-67CEA471F583}" destId="{2EA5125F-C1F9-4406-9011-70C84F2B1DBD}" srcOrd="0" destOrd="0" parTransId="{4B1FD329-D670-40B2-B983-B7411988AE77}" sibTransId="{3F8B760E-024B-4AD6-91D9-A40EB87D0593}"/>
    <dgm:cxn modelId="{6AEB1961-8F81-4C7A-A4E9-569AD68D0681}" type="presOf" srcId="{404ECB33-9A3D-4BB0-B4A0-98EE47679FC6}" destId="{EDBEDCEE-6B98-4F95-8AFF-496100C2AC0A}" srcOrd="0" destOrd="0" presId="urn:microsoft.com/office/officeart/2005/8/layout/vList5"/>
    <dgm:cxn modelId="{8B936E6D-96BE-4E30-B25E-1B16FE94E9A8}" srcId="{C7F78BAF-3D92-4761-81CF-67CEA471F583}" destId="{404ECB33-9A3D-4BB0-B4A0-98EE47679FC6}" srcOrd="3" destOrd="0" parTransId="{8424256A-6616-4D6F-9079-62C532F7A843}" sibTransId="{8C0C8639-072C-4DBD-AB15-43B37E265CA8}"/>
    <dgm:cxn modelId="{2FC9376E-3EF8-4110-92EC-275B1BB1B60A}" type="presOf" srcId="{2EA5125F-C1F9-4406-9011-70C84F2B1DBD}" destId="{E5E0BCFA-E232-47C9-B42D-6E78762A173D}" srcOrd="0" destOrd="0" presId="urn:microsoft.com/office/officeart/2005/8/layout/vList5"/>
    <dgm:cxn modelId="{0AFA1250-0DDF-49E5-BD9F-DFE23EDA8B9B}" type="presOf" srcId="{59E2B83B-BBD8-41FC-94F0-CC5FE2389069}" destId="{A83917AA-9490-44AA-B367-4B5E040979FD}" srcOrd="0" destOrd="1" presId="urn:microsoft.com/office/officeart/2005/8/layout/vList5"/>
    <dgm:cxn modelId="{0C970295-B15F-4BB8-93DC-E6D38A9D87BD}" type="presOf" srcId="{990F2DFA-1FF0-4720-9FA1-800B8AC66962}" destId="{E56124E5-D00A-4652-A714-149B20DCD067}" srcOrd="0" destOrd="0" presId="urn:microsoft.com/office/officeart/2005/8/layout/vList5"/>
    <dgm:cxn modelId="{5554C39E-E148-4C17-B77D-0A63945D7B09}" srcId="{990F2DFA-1FF0-4720-9FA1-800B8AC66962}" destId="{59E2B83B-BBD8-41FC-94F0-CC5FE2389069}" srcOrd="1" destOrd="0" parTransId="{F1331CDF-F050-4CF3-AD46-17869A1F16F2}" sibTransId="{D1D9F288-FC99-4624-B3E0-A8F6742CA202}"/>
    <dgm:cxn modelId="{2D47B8BC-6A98-4BB1-8D0A-8849A7A769D0}" srcId="{C7F78BAF-3D92-4761-81CF-67CEA471F583}" destId="{990F2DFA-1FF0-4720-9FA1-800B8AC66962}" srcOrd="2" destOrd="0" parTransId="{AB62D558-ED1D-47F1-B6EE-AC7399903B47}" sibTransId="{9C75A1C0-FF21-4ECF-9D0B-FEB955415E42}"/>
    <dgm:cxn modelId="{71423FE4-90D2-46DE-A609-E2F9360EFC04}" type="presOf" srcId="{4C9F0B9F-985F-4662-91E2-249F445A8107}" destId="{93EA1A88-12D6-41A5-A9D4-C48638EAA2DE}" srcOrd="0" destOrd="0" presId="urn:microsoft.com/office/officeart/2005/8/layout/vList5"/>
    <dgm:cxn modelId="{AEC64A13-D7CC-4AD8-9104-2C25F0049373}" type="presParOf" srcId="{F0BA2892-8908-4D1D-A858-781EC63298E1}" destId="{927BE231-FF4A-4371-BB60-C9BA72C6D32B}" srcOrd="0" destOrd="0" presId="urn:microsoft.com/office/officeart/2005/8/layout/vList5"/>
    <dgm:cxn modelId="{04F9C011-A920-477D-BBF3-5102A838152C}" type="presParOf" srcId="{927BE231-FF4A-4371-BB60-C9BA72C6D32B}" destId="{E5E0BCFA-E232-47C9-B42D-6E78762A173D}" srcOrd="0" destOrd="0" presId="urn:microsoft.com/office/officeart/2005/8/layout/vList5"/>
    <dgm:cxn modelId="{25440645-4C3C-4875-B1E8-44B3D6638500}" type="presParOf" srcId="{F0BA2892-8908-4D1D-A858-781EC63298E1}" destId="{8294D5A4-7FD1-4E92-A8B0-A50524EE3D20}" srcOrd="1" destOrd="0" presId="urn:microsoft.com/office/officeart/2005/8/layout/vList5"/>
    <dgm:cxn modelId="{91BF8C15-7A79-4A48-A2AE-0DEBAC3A2374}" type="presParOf" srcId="{F0BA2892-8908-4D1D-A858-781EC63298E1}" destId="{220E8A36-4F29-4325-8C3F-B9798D188C02}" srcOrd="2" destOrd="0" presId="urn:microsoft.com/office/officeart/2005/8/layout/vList5"/>
    <dgm:cxn modelId="{226872FF-1A3A-4228-8851-955FA89EA072}" type="presParOf" srcId="{220E8A36-4F29-4325-8C3F-B9798D188C02}" destId="{93EA1A88-12D6-41A5-A9D4-C48638EAA2DE}" srcOrd="0" destOrd="0" presId="urn:microsoft.com/office/officeart/2005/8/layout/vList5"/>
    <dgm:cxn modelId="{3BD19DDD-A019-4A6F-8B70-26E92D9D0CBB}" type="presParOf" srcId="{F0BA2892-8908-4D1D-A858-781EC63298E1}" destId="{77165F86-3C4E-41E3-B91E-84E497C3DC28}" srcOrd="3" destOrd="0" presId="urn:microsoft.com/office/officeart/2005/8/layout/vList5"/>
    <dgm:cxn modelId="{C798F586-FCA1-4656-A268-841D68AA73D2}" type="presParOf" srcId="{F0BA2892-8908-4D1D-A858-781EC63298E1}" destId="{5A8B3EE2-9254-4548-80BE-2301CE49E16F}" srcOrd="4" destOrd="0" presId="urn:microsoft.com/office/officeart/2005/8/layout/vList5"/>
    <dgm:cxn modelId="{314E6ECD-91D4-4E01-9D6E-37990C3ECA62}" type="presParOf" srcId="{5A8B3EE2-9254-4548-80BE-2301CE49E16F}" destId="{E56124E5-D00A-4652-A714-149B20DCD067}" srcOrd="0" destOrd="0" presId="urn:microsoft.com/office/officeart/2005/8/layout/vList5"/>
    <dgm:cxn modelId="{6F32AA42-5C3D-4459-B78E-643D2F2B1EB4}" type="presParOf" srcId="{5A8B3EE2-9254-4548-80BE-2301CE49E16F}" destId="{A83917AA-9490-44AA-B367-4B5E040979FD}" srcOrd="1" destOrd="0" presId="urn:microsoft.com/office/officeart/2005/8/layout/vList5"/>
    <dgm:cxn modelId="{C5EA7F6A-9613-4ABD-81E8-4595514F3817}" type="presParOf" srcId="{F0BA2892-8908-4D1D-A858-781EC63298E1}" destId="{273D09E3-791B-48B8-BC43-863851016322}" srcOrd="5" destOrd="0" presId="urn:microsoft.com/office/officeart/2005/8/layout/vList5"/>
    <dgm:cxn modelId="{B58A65DF-7787-4445-9D22-956A4629159B}" type="presParOf" srcId="{F0BA2892-8908-4D1D-A858-781EC63298E1}" destId="{55CAC0EB-8EDA-4729-B8F5-CD2EF3B60F20}" srcOrd="6" destOrd="0" presId="urn:microsoft.com/office/officeart/2005/8/layout/vList5"/>
    <dgm:cxn modelId="{70AABAC4-C71E-4A07-AA76-F0D9FF676EFB}" type="presParOf" srcId="{55CAC0EB-8EDA-4729-B8F5-CD2EF3B60F20}" destId="{EDBEDCEE-6B98-4F95-8AFF-496100C2AC0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C470C55-A110-4F72-B82A-38A95D2DAD81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87EF5DF-FD45-40BC-82EC-D31AD26C2E54}">
      <dgm:prSet/>
      <dgm:spPr/>
      <dgm:t>
        <a:bodyPr/>
        <a:lstStyle/>
        <a:p>
          <a:r>
            <a:rPr lang="pt-BR" b="1"/>
            <a:t>A Ponte para a Prática:</a:t>
          </a:r>
          <a:r>
            <a:rPr lang="pt-BR"/>
            <a:t> A ergonomia só é aplicada com sucesso se conhecermos as características reais do nosso usuário.</a:t>
          </a:r>
          <a:endParaRPr lang="en-US"/>
        </a:p>
      </dgm:t>
    </dgm:pt>
    <dgm:pt modelId="{65853AAF-1861-45F9-9678-0AA1197482D8}" type="parTrans" cxnId="{0E8CE3F0-2E4F-4348-885B-917E13F75928}">
      <dgm:prSet/>
      <dgm:spPr/>
      <dgm:t>
        <a:bodyPr/>
        <a:lstStyle/>
        <a:p>
          <a:endParaRPr lang="en-US"/>
        </a:p>
      </dgm:t>
    </dgm:pt>
    <dgm:pt modelId="{43B49D36-6F9C-433C-BD3F-FB783937BF31}" type="sibTrans" cxnId="{0E8CE3F0-2E4F-4348-885B-917E13F75928}">
      <dgm:prSet/>
      <dgm:spPr/>
      <dgm:t>
        <a:bodyPr/>
        <a:lstStyle/>
        <a:p>
          <a:endParaRPr lang="en-US"/>
        </a:p>
      </dgm:t>
    </dgm:pt>
    <dgm:pt modelId="{BBC0391D-00D7-4AEB-8E5C-65963D20ADC9}">
      <dgm:prSet/>
      <dgm:spPr/>
      <dgm:t>
        <a:bodyPr/>
        <a:lstStyle/>
        <a:p>
          <a:r>
            <a:rPr lang="pt-BR" b="1"/>
            <a:t>Métodos de Coleta:</a:t>
          </a:r>
          <a:endParaRPr lang="en-US"/>
        </a:p>
      </dgm:t>
    </dgm:pt>
    <dgm:pt modelId="{FA11A36B-EB58-48A1-8EF3-9452D4E88A6D}" type="parTrans" cxnId="{F0DF6779-0490-4321-93A2-71AA57868181}">
      <dgm:prSet/>
      <dgm:spPr/>
      <dgm:t>
        <a:bodyPr/>
        <a:lstStyle/>
        <a:p>
          <a:endParaRPr lang="en-US"/>
        </a:p>
      </dgm:t>
    </dgm:pt>
    <dgm:pt modelId="{6A73387A-D9CE-439A-BD4E-CB0BFA089D23}" type="sibTrans" cxnId="{F0DF6779-0490-4321-93A2-71AA57868181}">
      <dgm:prSet/>
      <dgm:spPr/>
      <dgm:t>
        <a:bodyPr/>
        <a:lstStyle/>
        <a:p>
          <a:endParaRPr lang="en-US"/>
        </a:p>
      </dgm:t>
    </dgm:pt>
    <dgm:pt modelId="{0C9C584C-27A3-40AA-8917-6AB1B684D95D}">
      <dgm:prSet/>
      <dgm:spPr/>
      <dgm:t>
        <a:bodyPr/>
        <a:lstStyle/>
        <a:p>
          <a:r>
            <a:rPr lang="pt-BR"/>
            <a:t>Observação e Entrevistas.</a:t>
          </a:r>
          <a:endParaRPr lang="en-US"/>
        </a:p>
      </dgm:t>
    </dgm:pt>
    <dgm:pt modelId="{59AD057D-A6D3-49B7-8017-D184804E4732}" type="parTrans" cxnId="{B2D50DD0-537C-47B4-A566-199B35FB277A}">
      <dgm:prSet/>
      <dgm:spPr/>
      <dgm:t>
        <a:bodyPr/>
        <a:lstStyle/>
        <a:p>
          <a:endParaRPr lang="en-US"/>
        </a:p>
      </dgm:t>
    </dgm:pt>
    <dgm:pt modelId="{E7B3ED16-22BE-4070-8524-20DCDFFB2C48}" type="sibTrans" cxnId="{B2D50DD0-537C-47B4-A566-199B35FB277A}">
      <dgm:prSet/>
      <dgm:spPr/>
      <dgm:t>
        <a:bodyPr/>
        <a:lstStyle/>
        <a:p>
          <a:endParaRPr lang="en-US"/>
        </a:p>
      </dgm:t>
    </dgm:pt>
    <dgm:pt modelId="{88E96A77-B9D9-4CD4-923B-C4746B7AFBD9}">
      <dgm:prSet/>
      <dgm:spPr/>
      <dgm:t>
        <a:bodyPr/>
        <a:lstStyle/>
        <a:p>
          <a:r>
            <a:rPr lang="pt-BR" dirty="0"/>
            <a:t>Questionários Estruturados (Google </a:t>
          </a:r>
          <a:r>
            <a:rPr lang="pt-BR" dirty="0" err="1"/>
            <a:t>Forms</a:t>
          </a:r>
          <a:r>
            <a:rPr lang="pt-BR" dirty="0"/>
            <a:t>): Coleta de dados quantitativos sobre percepção de usabilidade.</a:t>
          </a:r>
          <a:endParaRPr lang="en-US" dirty="0"/>
        </a:p>
      </dgm:t>
    </dgm:pt>
    <dgm:pt modelId="{B9CCBDB0-E9D1-4E5B-B614-66A8C10CA274}" type="parTrans" cxnId="{E4102EED-7492-4831-8F8D-593ADF5996FA}">
      <dgm:prSet/>
      <dgm:spPr/>
      <dgm:t>
        <a:bodyPr/>
        <a:lstStyle/>
        <a:p>
          <a:endParaRPr lang="en-US"/>
        </a:p>
      </dgm:t>
    </dgm:pt>
    <dgm:pt modelId="{37C8BE81-7F79-4E45-8275-5F119F5AC02F}" type="sibTrans" cxnId="{E4102EED-7492-4831-8F8D-593ADF5996FA}">
      <dgm:prSet/>
      <dgm:spPr/>
      <dgm:t>
        <a:bodyPr/>
        <a:lstStyle/>
        <a:p>
          <a:endParaRPr lang="en-US"/>
        </a:p>
      </dgm:t>
    </dgm:pt>
    <dgm:pt modelId="{A7E0C194-D4E8-4EDE-90AC-DBF72092351C}">
      <dgm:prSet/>
      <dgm:spPr/>
      <dgm:t>
        <a:bodyPr/>
        <a:lstStyle/>
        <a:p>
          <a:r>
            <a:rPr lang="pt-BR" b="1"/>
            <a:t>Próximo Passo: </a:t>
          </a:r>
          <a:endParaRPr lang="en-US"/>
        </a:p>
      </dgm:t>
    </dgm:pt>
    <dgm:pt modelId="{10B10679-0096-4119-9DC7-B1F7A3C2BCC0}" type="parTrans" cxnId="{E8BC550E-FFAB-4086-BB71-7EDC2C8CF4D9}">
      <dgm:prSet/>
      <dgm:spPr/>
      <dgm:t>
        <a:bodyPr/>
        <a:lstStyle/>
        <a:p>
          <a:endParaRPr lang="en-US"/>
        </a:p>
      </dgm:t>
    </dgm:pt>
    <dgm:pt modelId="{A9DF58F4-3448-4986-B649-128A07EC1B55}" type="sibTrans" cxnId="{E8BC550E-FFAB-4086-BB71-7EDC2C8CF4D9}">
      <dgm:prSet/>
      <dgm:spPr/>
      <dgm:t>
        <a:bodyPr/>
        <a:lstStyle/>
        <a:p>
          <a:endParaRPr lang="en-US"/>
        </a:p>
      </dgm:t>
    </dgm:pt>
    <dgm:pt modelId="{8BC65BA2-AF30-4119-9B8D-1217416180E3}">
      <dgm:prSet/>
      <dgm:spPr/>
      <dgm:t>
        <a:bodyPr/>
        <a:lstStyle/>
        <a:p>
          <a:r>
            <a:rPr lang="pt-BR"/>
            <a:t>Preparação da auditoria do portal spositol.github.io. </a:t>
          </a:r>
          <a:endParaRPr lang="en-US"/>
        </a:p>
      </dgm:t>
    </dgm:pt>
    <dgm:pt modelId="{A8C21865-3425-4F87-8807-D7BC13835782}" type="parTrans" cxnId="{9109B456-F2A4-4142-B7D0-03BE896DC7BC}">
      <dgm:prSet/>
      <dgm:spPr/>
      <dgm:t>
        <a:bodyPr/>
        <a:lstStyle/>
        <a:p>
          <a:endParaRPr lang="en-US"/>
        </a:p>
      </dgm:t>
    </dgm:pt>
    <dgm:pt modelId="{62EB06D4-FAFC-465D-994C-37F6ECCF8DF1}" type="sibTrans" cxnId="{9109B456-F2A4-4142-B7D0-03BE896DC7BC}">
      <dgm:prSet/>
      <dgm:spPr/>
      <dgm:t>
        <a:bodyPr/>
        <a:lstStyle/>
        <a:p>
          <a:endParaRPr lang="en-US"/>
        </a:p>
      </dgm:t>
    </dgm:pt>
    <dgm:pt modelId="{AA9AB057-912D-448C-8308-7ECCFD15F42C}">
      <dgm:prSet/>
      <dgm:spPr/>
      <dgm:t>
        <a:bodyPr/>
        <a:lstStyle/>
        <a:p>
          <a:r>
            <a:rPr lang="pt-BR"/>
            <a:t>O que o usuário sente ao navegar? </a:t>
          </a:r>
          <a:endParaRPr lang="en-US"/>
        </a:p>
      </dgm:t>
    </dgm:pt>
    <dgm:pt modelId="{6195652C-56FE-4C30-A1A5-ABAC904CB400}" type="parTrans" cxnId="{D811E15E-A886-4932-84CE-533A1078B044}">
      <dgm:prSet/>
      <dgm:spPr/>
      <dgm:t>
        <a:bodyPr/>
        <a:lstStyle/>
        <a:p>
          <a:endParaRPr lang="en-US"/>
        </a:p>
      </dgm:t>
    </dgm:pt>
    <dgm:pt modelId="{ED69BCF0-AEB6-4DE9-AF3C-80C2DCC5B6BD}" type="sibTrans" cxnId="{D811E15E-A886-4932-84CE-533A1078B044}">
      <dgm:prSet/>
      <dgm:spPr/>
      <dgm:t>
        <a:bodyPr/>
        <a:lstStyle/>
        <a:p>
          <a:endParaRPr lang="en-US"/>
        </a:p>
      </dgm:t>
    </dgm:pt>
    <dgm:pt modelId="{AD547CCE-C2B5-49E9-97F0-1C8F3317B054}">
      <dgm:prSet/>
      <dgm:spPr/>
      <dgm:t>
        <a:bodyPr/>
        <a:lstStyle/>
        <a:p>
          <a:r>
            <a:rPr lang="pt-BR"/>
            <a:t>Qual sua carga mental?</a:t>
          </a:r>
          <a:endParaRPr lang="en-US"/>
        </a:p>
      </dgm:t>
    </dgm:pt>
    <dgm:pt modelId="{9866F4BA-A559-4B0A-A58D-EB1939404369}" type="parTrans" cxnId="{E5784D0A-4E2A-4291-B1BE-5F0D44F2B58D}">
      <dgm:prSet/>
      <dgm:spPr/>
      <dgm:t>
        <a:bodyPr/>
        <a:lstStyle/>
        <a:p>
          <a:endParaRPr lang="en-US"/>
        </a:p>
      </dgm:t>
    </dgm:pt>
    <dgm:pt modelId="{2F848788-1032-4C89-BA0B-0B2446764BD1}" type="sibTrans" cxnId="{E5784D0A-4E2A-4291-B1BE-5F0D44F2B58D}">
      <dgm:prSet/>
      <dgm:spPr/>
      <dgm:t>
        <a:bodyPr/>
        <a:lstStyle/>
        <a:p>
          <a:endParaRPr lang="en-US"/>
        </a:p>
      </dgm:t>
    </dgm:pt>
    <dgm:pt modelId="{4A4CC2EC-C2A9-47B8-9823-B547E199DD49}" type="pres">
      <dgm:prSet presAssocID="{CC470C55-A110-4F72-B82A-38A95D2DAD81}" presName="Name0" presStyleCnt="0">
        <dgm:presLayoutVars>
          <dgm:dir/>
          <dgm:resizeHandles val="exact"/>
        </dgm:presLayoutVars>
      </dgm:prSet>
      <dgm:spPr/>
    </dgm:pt>
    <dgm:pt modelId="{932548D7-3BEB-4650-894C-D3639B4A4FB2}" type="pres">
      <dgm:prSet presAssocID="{387EF5DF-FD45-40BC-82EC-D31AD26C2E54}" presName="parAndChTx" presStyleLbl="node1" presStyleIdx="0" presStyleCnt="3">
        <dgm:presLayoutVars>
          <dgm:bulletEnabled val="1"/>
        </dgm:presLayoutVars>
      </dgm:prSet>
      <dgm:spPr/>
    </dgm:pt>
    <dgm:pt modelId="{DD9EAF0E-B118-4973-B39B-58BCA858AC3B}" type="pres">
      <dgm:prSet presAssocID="{43B49D36-6F9C-433C-BD3F-FB783937BF31}" presName="parAndChSpace" presStyleCnt="0"/>
      <dgm:spPr/>
    </dgm:pt>
    <dgm:pt modelId="{0FFB9714-8AF8-4009-86EB-9D1C12A8D985}" type="pres">
      <dgm:prSet presAssocID="{BBC0391D-00D7-4AEB-8E5C-65963D20ADC9}" presName="parAndChTx" presStyleLbl="node1" presStyleIdx="1" presStyleCnt="3">
        <dgm:presLayoutVars>
          <dgm:bulletEnabled val="1"/>
        </dgm:presLayoutVars>
      </dgm:prSet>
      <dgm:spPr/>
    </dgm:pt>
    <dgm:pt modelId="{5CE02C5C-7C8B-4AD1-8055-D8C0EE0ABEB7}" type="pres">
      <dgm:prSet presAssocID="{6A73387A-D9CE-439A-BD4E-CB0BFA089D23}" presName="parAndChSpace" presStyleCnt="0"/>
      <dgm:spPr/>
    </dgm:pt>
    <dgm:pt modelId="{B401D3CA-0EEC-4001-AC16-0BE3A3CD64EE}" type="pres">
      <dgm:prSet presAssocID="{A7E0C194-D4E8-4EDE-90AC-DBF72092351C}" presName="parAndChTx" presStyleLbl="node1" presStyleIdx="2" presStyleCnt="3">
        <dgm:presLayoutVars>
          <dgm:bulletEnabled val="1"/>
        </dgm:presLayoutVars>
      </dgm:prSet>
      <dgm:spPr/>
    </dgm:pt>
  </dgm:ptLst>
  <dgm:cxnLst>
    <dgm:cxn modelId="{E5784D0A-4E2A-4291-B1BE-5F0D44F2B58D}" srcId="{A7E0C194-D4E8-4EDE-90AC-DBF72092351C}" destId="{AD547CCE-C2B5-49E9-97F0-1C8F3317B054}" srcOrd="2" destOrd="0" parTransId="{9866F4BA-A559-4B0A-A58D-EB1939404369}" sibTransId="{2F848788-1032-4C89-BA0B-0B2446764BD1}"/>
    <dgm:cxn modelId="{E8BC550E-FFAB-4086-BB71-7EDC2C8CF4D9}" srcId="{CC470C55-A110-4F72-B82A-38A95D2DAD81}" destId="{A7E0C194-D4E8-4EDE-90AC-DBF72092351C}" srcOrd="2" destOrd="0" parTransId="{10B10679-0096-4119-9DC7-B1F7A3C2BCC0}" sibTransId="{A9DF58F4-3448-4986-B649-128A07EC1B55}"/>
    <dgm:cxn modelId="{2894E72E-46DE-405F-AAEB-9C0523B6F09F}" type="presOf" srcId="{CC470C55-A110-4F72-B82A-38A95D2DAD81}" destId="{4A4CC2EC-C2A9-47B8-9823-B547E199DD49}" srcOrd="0" destOrd="0" presId="urn:microsoft.com/office/officeart/2005/8/layout/hChevron3"/>
    <dgm:cxn modelId="{D811E15E-A886-4932-84CE-533A1078B044}" srcId="{A7E0C194-D4E8-4EDE-90AC-DBF72092351C}" destId="{AA9AB057-912D-448C-8308-7ECCFD15F42C}" srcOrd="1" destOrd="0" parTransId="{6195652C-56FE-4C30-A1A5-ABAC904CB400}" sibTransId="{ED69BCF0-AEB6-4DE9-AF3C-80C2DCC5B6BD}"/>
    <dgm:cxn modelId="{BF448A54-3C91-45CA-9C9D-C965684752EE}" type="presOf" srcId="{387EF5DF-FD45-40BC-82EC-D31AD26C2E54}" destId="{932548D7-3BEB-4650-894C-D3639B4A4FB2}" srcOrd="0" destOrd="0" presId="urn:microsoft.com/office/officeart/2005/8/layout/hChevron3"/>
    <dgm:cxn modelId="{9109B456-F2A4-4142-B7D0-03BE896DC7BC}" srcId="{A7E0C194-D4E8-4EDE-90AC-DBF72092351C}" destId="{8BC65BA2-AF30-4119-9B8D-1217416180E3}" srcOrd="0" destOrd="0" parTransId="{A8C21865-3425-4F87-8807-D7BC13835782}" sibTransId="{62EB06D4-FAFC-465D-994C-37F6ECCF8DF1}"/>
    <dgm:cxn modelId="{F0DF6779-0490-4321-93A2-71AA57868181}" srcId="{CC470C55-A110-4F72-B82A-38A95D2DAD81}" destId="{BBC0391D-00D7-4AEB-8E5C-65963D20ADC9}" srcOrd="1" destOrd="0" parTransId="{FA11A36B-EB58-48A1-8EF3-9452D4E88A6D}" sibTransId="{6A73387A-D9CE-439A-BD4E-CB0BFA089D23}"/>
    <dgm:cxn modelId="{A93A647B-D629-4855-A9B1-72862DBBBD0A}" type="presOf" srcId="{A7E0C194-D4E8-4EDE-90AC-DBF72092351C}" destId="{B401D3CA-0EEC-4001-AC16-0BE3A3CD64EE}" srcOrd="0" destOrd="0" presId="urn:microsoft.com/office/officeart/2005/8/layout/hChevron3"/>
    <dgm:cxn modelId="{7E4DA4A4-E9C1-4E3A-8CE8-40055F17B981}" type="presOf" srcId="{0C9C584C-27A3-40AA-8917-6AB1B684D95D}" destId="{0FFB9714-8AF8-4009-86EB-9D1C12A8D985}" srcOrd="0" destOrd="1" presId="urn:microsoft.com/office/officeart/2005/8/layout/hChevron3"/>
    <dgm:cxn modelId="{6EF40CB7-F1F3-4523-869E-4624139101AF}" type="presOf" srcId="{88E96A77-B9D9-4CD4-923B-C4746B7AFBD9}" destId="{0FFB9714-8AF8-4009-86EB-9D1C12A8D985}" srcOrd="0" destOrd="2" presId="urn:microsoft.com/office/officeart/2005/8/layout/hChevron3"/>
    <dgm:cxn modelId="{C4431FCF-2EFB-45F4-8025-65A30F822560}" type="presOf" srcId="{8BC65BA2-AF30-4119-9B8D-1217416180E3}" destId="{B401D3CA-0EEC-4001-AC16-0BE3A3CD64EE}" srcOrd="0" destOrd="1" presId="urn:microsoft.com/office/officeart/2005/8/layout/hChevron3"/>
    <dgm:cxn modelId="{B2D50DD0-537C-47B4-A566-199B35FB277A}" srcId="{BBC0391D-00D7-4AEB-8E5C-65963D20ADC9}" destId="{0C9C584C-27A3-40AA-8917-6AB1B684D95D}" srcOrd="0" destOrd="0" parTransId="{59AD057D-A6D3-49B7-8017-D184804E4732}" sibTransId="{E7B3ED16-22BE-4070-8524-20DCDFFB2C48}"/>
    <dgm:cxn modelId="{44DB99DB-472D-4211-BC95-3EB085AC57C8}" type="presOf" srcId="{AA9AB057-912D-448C-8308-7ECCFD15F42C}" destId="{B401D3CA-0EEC-4001-AC16-0BE3A3CD64EE}" srcOrd="0" destOrd="2" presId="urn:microsoft.com/office/officeart/2005/8/layout/hChevron3"/>
    <dgm:cxn modelId="{F2ABFBE6-A270-45FF-AD12-C9B903FF8A76}" type="presOf" srcId="{AD547CCE-C2B5-49E9-97F0-1C8F3317B054}" destId="{B401D3CA-0EEC-4001-AC16-0BE3A3CD64EE}" srcOrd="0" destOrd="3" presId="urn:microsoft.com/office/officeart/2005/8/layout/hChevron3"/>
    <dgm:cxn modelId="{E4102EED-7492-4831-8F8D-593ADF5996FA}" srcId="{BBC0391D-00D7-4AEB-8E5C-65963D20ADC9}" destId="{88E96A77-B9D9-4CD4-923B-C4746B7AFBD9}" srcOrd="1" destOrd="0" parTransId="{B9CCBDB0-E9D1-4E5B-B614-66A8C10CA274}" sibTransId="{37C8BE81-7F79-4E45-8275-5F119F5AC02F}"/>
    <dgm:cxn modelId="{0E8CE3F0-2E4F-4348-885B-917E13F75928}" srcId="{CC470C55-A110-4F72-B82A-38A95D2DAD81}" destId="{387EF5DF-FD45-40BC-82EC-D31AD26C2E54}" srcOrd="0" destOrd="0" parTransId="{65853AAF-1861-45F9-9678-0AA1197482D8}" sibTransId="{43B49D36-6F9C-433C-BD3F-FB783937BF31}"/>
    <dgm:cxn modelId="{9B80A6F1-F6CE-4F2E-981B-D3B6C01CC18F}" type="presOf" srcId="{BBC0391D-00D7-4AEB-8E5C-65963D20ADC9}" destId="{0FFB9714-8AF8-4009-86EB-9D1C12A8D985}" srcOrd="0" destOrd="0" presId="urn:microsoft.com/office/officeart/2005/8/layout/hChevron3"/>
    <dgm:cxn modelId="{7C5ACAB5-25E8-4942-98E3-51AEDD226CD7}" type="presParOf" srcId="{4A4CC2EC-C2A9-47B8-9823-B547E199DD49}" destId="{932548D7-3BEB-4650-894C-D3639B4A4FB2}" srcOrd="0" destOrd="0" presId="urn:microsoft.com/office/officeart/2005/8/layout/hChevron3"/>
    <dgm:cxn modelId="{17F434DF-C025-41EF-8A6D-00D0BF10298A}" type="presParOf" srcId="{4A4CC2EC-C2A9-47B8-9823-B547E199DD49}" destId="{DD9EAF0E-B118-4973-B39B-58BCA858AC3B}" srcOrd="1" destOrd="0" presId="urn:microsoft.com/office/officeart/2005/8/layout/hChevron3"/>
    <dgm:cxn modelId="{6AE7C238-9A8F-4ABC-AC2F-728A6FD35307}" type="presParOf" srcId="{4A4CC2EC-C2A9-47B8-9823-B547E199DD49}" destId="{0FFB9714-8AF8-4009-86EB-9D1C12A8D985}" srcOrd="2" destOrd="0" presId="urn:microsoft.com/office/officeart/2005/8/layout/hChevron3"/>
    <dgm:cxn modelId="{654A7E61-D6D1-4E1E-9BA2-014D5C2F637D}" type="presParOf" srcId="{4A4CC2EC-C2A9-47B8-9823-B547E199DD49}" destId="{5CE02C5C-7C8B-4AD1-8055-D8C0EE0ABEB7}" srcOrd="3" destOrd="0" presId="urn:microsoft.com/office/officeart/2005/8/layout/hChevron3"/>
    <dgm:cxn modelId="{69E295A4-56B7-427A-AC89-34A35BA4520E}" type="presParOf" srcId="{4A4CC2EC-C2A9-47B8-9823-B547E199DD49}" destId="{B401D3CA-0EEC-4001-AC16-0BE3A3CD64EE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4F25-9388-475E-9EC8-ACB5CBEA1528}">
      <dsp:nvSpPr>
        <dsp:cNvPr id="0" name=""/>
        <dsp:cNvSpPr/>
      </dsp:nvSpPr>
      <dsp:spPr>
        <a:xfrm>
          <a:off x="9604" y="548921"/>
          <a:ext cx="2870689" cy="30949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"A </a:t>
          </a:r>
          <a:r>
            <a:rPr lang="pt-BR" sz="1800" b="1" kern="1200"/>
            <a:t>ergonomia cognitiva</a:t>
          </a:r>
          <a:r>
            <a:rPr lang="pt-BR" sz="1800" kern="1200"/>
            <a:t> estuda os </a:t>
          </a:r>
          <a:r>
            <a:rPr lang="pt-BR" sz="1800" b="1" kern="1200"/>
            <a:t>processos mentais</a:t>
          </a:r>
          <a:r>
            <a:rPr lang="pt-BR" sz="1800" kern="1200"/>
            <a:t>, tais como </a:t>
          </a:r>
          <a:r>
            <a:rPr lang="pt-BR" sz="1800" u="sng" kern="1200"/>
            <a:t>percepção, memória, raciocínio e resposta motora</a:t>
          </a:r>
          <a:r>
            <a:rPr lang="pt-BR" sz="1800" kern="1200"/>
            <a:t>, uma vez que eles afetam as </a:t>
          </a:r>
          <a:r>
            <a:rPr lang="pt-BR" sz="1800" u="sng" kern="1200"/>
            <a:t>interações entre seres humanos </a:t>
          </a:r>
          <a:r>
            <a:rPr lang="pt-BR" sz="1800" kern="1200"/>
            <a:t>e outros elementos de um sistema" </a:t>
          </a:r>
          <a:r>
            <a:rPr lang="pt-BR" sz="1800" b="1" kern="1200"/>
            <a:t>(Benyon, 2011, p. 385)</a:t>
          </a:r>
          <a:r>
            <a:rPr lang="pt-BR" sz="1800" kern="1200"/>
            <a:t>.</a:t>
          </a:r>
          <a:endParaRPr lang="en-US" sz="1800" kern="1200"/>
        </a:p>
      </dsp:txBody>
      <dsp:txXfrm>
        <a:off x="93684" y="633001"/>
        <a:ext cx="2702529" cy="2926802"/>
      </dsp:txXfrm>
    </dsp:sp>
    <dsp:sp modelId="{4A3DB04F-5616-4E13-970E-6DB71E344526}">
      <dsp:nvSpPr>
        <dsp:cNvPr id="0" name=""/>
        <dsp:cNvSpPr/>
      </dsp:nvSpPr>
      <dsp:spPr>
        <a:xfrm>
          <a:off x="3167362" y="1740437"/>
          <a:ext cx="608586" cy="711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167362" y="1882823"/>
        <a:ext cx="426010" cy="427158"/>
      </dsp:txXfrm>
    </dsp:sp>
    <dsp:sp modelId="{310B0F48-FA5C-4B55-866D-76A8E0A86B3A}">
      <dsp:nvSpPr>
        <dsp:cNvPr id="0" name=""/>
        <dsp:cNvSpPr/>
      </dsp:nvSpPr>
      <dsp:spPr>
        <a:xfrm>
          <a:off x="4028569" y="548921"/>
          <a:ext cx="2870689" cy="3094962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"O </a:t>
          </a:r>
          <a:r>
            <a:rPr lang="pt-BR" sz="1800" b="1" kern="1200"/>
            <a:t>projeto de interfaces </a:t>
          </a:r>
          <a:r>
            <a:rPr lang="pt-BR" sz="1800" kern="1200"/>
            <a:t>deve considerar as limitações físicas e cognitivas do ser humano para garantir que a interação não cause </a:t>
          </a:r>
          <a:r>
            <a:rPr lang="pt-BR" sz="1800" u="sng" kern="1200"/>
            <a:t>fadiga, erro ou frustração</a:t>
          </a:r>
          <a:r>
            <a:rPr lang="pt-BR" sz="1800" kern="1200"/>
            <a:t>, promovendo a </a:t>
          </a:r>
          <a:r>
            <a:rPr lang="pt-BR" sz="1800" b="1" kern="1200"/>
            <a:t>usabilidade plena</a:t>
          </a:r>
          <a:r>
            <a:rPr lang="pt-BR" sz="1800" kern="1200"/>
            <a:t>" </a:t>
          </a:r>
          <a:r>
            <a:rPr lang="pt-BR" sz="1800" b="1" kern="1200"/>
            <a:t>(Barreto et al., 2018, p. 42)</a:t>
          </a:r>
          <a:r>
            <a:rPr lang="pt-BR" sz="1800" kern="1200"/>
            <a:t>.</a:t>
          </a:r>
          <a:endParaRPr lang="en-US" sz="1800" kern="1200"/>
        </a:p>
      </dsp:txBody>
      <dsp:txXfrm>
        <a:off x="4112649" y="633001"/>
        <a:ext cx="2702529" cy="2926802"/>
      </dsp:txXfrm>
    </dsp:sp>
    <dsp:sp modelId="{D09671A6-9DB5-4392-916D-185F4FF0207D}">
      <dsp:nvSpPr>
        <dsp:cNvPr id="0" name=""/>
        <dsp:cNvSpPr/>
      </dsp:nvSpPr>
      <dsp:spPr>
        <a:xfrm>
          <a:off x="7186328" y="1740437"/>
          <a:ext cx="608586" cy="711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186328" y="1882823"/>
        <a:ext cx="426010" cy="427158"/>
      </dsp:txXfrm>
    </dsp:sp>
    <dsp:sp modelId="{363E09DC-5E7D-4C2B-BDC6-ECA69419E04A}">
      <dsp:nvSpPr>
        <dsp:cNvPr id="0" name=""/>
        <dsp:cNvSpPr/>
      </dsp:nvSpPr>
      <dsp:spPr>
        <a:xfrm>
          <a:off x="8047535" y="548921"/>
          <a:ext cx="2870689" cy="3094962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"</a:t>
          </a:r>
          <a:r>
            <a:rPr lang="pt-BR" sz="1800" b="1" kern="1200"/>
            <a:t>Interface</a:t>
          </a:r>
          <a:r>
            <a:rPr lang="pt-BR" sz="1800" kern="1200"/>
            <a:t> é o meio pelo qual usuários interagem com um software. Uma boa interface deve ser </a:t>
          </a:r>
          <a:r>
            <a:rPr lang="pt-BR" sz="1800" u="sng" kern="1200"/>
            <a:t>simples, intuitiva e consistente</a:t>
          </a:r>
          <a:r>
            <a:rPr lang="pt-BR" sz="1800" kern="1200"/>
            <a:t>, </a:t>
          </a:r>
          <a:r>
            <a:rPr lang="pt-BR" sz="1800" b="1" kern="1200"/>
            <a:t>minimizando o esforço cognitivo </a:t>
          </a:r>
          <a:r>
            <a:rPr lang="pt-BR" sz="1800" kern="1200"/>
            <a:t>necessário para realizar tarefas" </a:t>
          </a:r>
          <a:r>
            <a:rPr lang="pt-BR" sz="1800" b="1" kern="1200"/>
            <a:t>(Valente, 2020, p. 290)</a:t>
          </a:r>
          <a:r>
            <a:rPr lang="pt-BR" sz="1800" kern="1200"/>
            <a:t>.</a:t>
          </a:r>
          <a:endParaRPr lang="en-US" sz="1800" kern="1200"/>
        </a:p>
      </dsp:txBody>
      <dsp:txXfrm>
        <a:off x="8131615" y="633001"/>
        <a:ext cx="2702529" cy="29268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CE223E-FD16-4D00-912F-726C30AA5650}">
      <dsp:nvSpPr>
        <dsp:cNvPr id="0" name=""/>
        <dsp:cNvSpPr/>
      </dsp:nvSpPr>
      <dsp:spPr>
        <a:xfrm>
          <a:off x="0" y="2530579"/>
          <a:ext cx="10927829" cy="16603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/>
            <a:t>Fundamento:</a:t>
          </a:r>
          <a:r>
            <a:rPr lang="pt-BR" sz="2400" kern="1200"/>
            <a:t> O UX transforma requisitos técnicos em valor percebido pelo cliente.</a:t>
          </a:r>
          <a:endParaRPr lang="en-US" sz="2400" kern="1200"/>
        </a:p>
      </dsp:txBody>
      <dsp:txXfrm>
        <a:off x="0" y="2530579"/>
        <a:ext cx="10927829" cy="1660334"/>
      </dsp:txXfrm>
    </dsp:sp>
    <dsp:sp modelId="{926856D5-1480-4AB5-B599-6E71CA00FCF5}">
      <dsp:nvSpPr>
        <dsp:cNvPr id="0" name=""/>
        <dsp:cNvSpPr/>
      </dsp:nvSpPr>
      <dsp:spPr>
        <a:xfrm rot="10800000">
          <a:off x="0" y="1890"/>
          <a:ext cx="10927829" cy="2553594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/>
            <a:t>Marketing Digital &amp; UX:</a:t>
          </a:r>
          <a:r>
            <a:rPr lang="pt-BR" sz="2400" kern="1200"/>
            <a:t> A interface como ferramenta de conversão de negócios.</a:t>
          </a:r>
          <a:endParaRPr lang="en-US" sz="2400" kern="1200"/>
        </a:p>
      </dsp:txBody>
      <dsp:txXfrm rot="-10800000">
        <a:off x="0" y="1890"/>
        <a:ext cx="10927829" cy="896311"/>
      </dsp:txXfrm>
    </dsp:sp>
    <dsp:sp modelId="{FE1E0783-9BA4-4718-BEF9-5F9466F4E87A}">
      <dsp:nvSpPr>
        <dsp:cNvPr id="0" name=""/>
        <dsp:cNvSpPr/>
      </dsp:nvSpPr>
      <dsp:spPr>
        <a:xfrm>
          <a:off x="5335" y="898202"/>
          <a:ext cx="3639052" cy="76352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/>
            <a:t>SEO (Visibilidade):</a:t>
          </a:r>
          <a:r>
            <a:rPr lang="pt-BR" sz="1700" kern="1200"/>
            <a:t> Estrutura de informação e performance para indexação e primeiro contato.</a:t>
          </a:r>
          <a:endParaRPr lang="en-US" sz="1700" kern="1200"/>
        </a:p>
      </dsp:txBody>
      <dsp:txXfrm>
        <a:off x="5335" y="898202"/>
        <a:ext cx="3639052" cy="763524"/>
      </dsp:txXfrm>
    </dsp:sp>
    <dsp:sp modelId="{ECE2EE72-026F-495A-8F09-2D29704C6659}">
      <dsp:nvSpPr>
        <dsp:cNvPr id="0" name=""/>
        <dsp:cNvSpPr/>
      </dsp:nvSpPr>
      <dsp:spPr>
        <a:xfrm>
          <a:off x="3644388" y="898202"/>
          <a:ext cx="3639052" cy="76352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/>
            <a:t>Retenção (Engajamento):</a:t>
          </a:r>
          <a:r>
            <a:rPr lang="pt-BR" sz="1700" kern="1200"/>
            <a:t> Redução da fricção para manter o usuário ativo no ecossistema.</a:t>
          </a:r>
          <a:endParaRPr lang="en-US" sz="1700" kern="1200"/>
        </a:p>
      </dsp:txBody>
      <dsp:txXfrm>
        <a:off x="3644388" y="898202"/>
        <a:ext cx="3639052" cy="763524"/>
      </dsp:txXfrm>
    </dsp:sp>
    <dsp:sp modelId="{297AE561-0313-4642-AA35-4924E0EF30C4}">
      <dsp:nvSpPr>
        <dsp:cNvPr id="0" name=""/>
        <dsp:cNvSpPr/>
      </dsp:nvSpPr>
      <dsp:spPr>
        <a:xfrm>
          <a:off x="7283440" y="898202"/>
          <a:ext cx="3639052" cy="76352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/>
            <a:t>Conversão (Resultado):</a:t>
          </a:r>
          <a:r>
            <a:rPr lang="pt-BR" sz="1700" kern="1200"/>
            <a:t> Design persuasivo e intuitivo que guia o usuário à ação final.</a:t>
          </a:r>
          <a:endParaRPr lang="en-US" sz="1700" kern="1200"/>
        </a:p>
      </dsp:txBody>
      <dsp:txXfrm>
        <a:off x="7283440" y="898202"/>
        <a:ext cx="3639052" cy="7635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6AF660-9FC0-4394-804B-DF507D8B1AAF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E221B8-4DBB-4678-8A73-CA74F01BE459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9568E-FD91-4349-9BBB-AAC0ECA000C5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Multidisciplinaridade:</a:t>
          </a:r>
          <a:r>
            <a:rPr lang="pt-BR" sz="1900" kern="1200"/>
            <a:t> A junção da Engenharia de Software com a Psicologia Cognitiva e a Fisiologia Humana.</a:t>
          </a:r>
          <a:endParaRPr lang="en-US" sz="1900" kern="1200"/>
        </a:p>
      </dsp:txBody>
      <dsp:txXfrm>
        <a:off x="1948202" y="368029"/>
        <a:ext cx="3233964" cy="1371985"/>
      </dsp:txXfrm>
    </dsp:sp>
    <dsp:sp modelId="{CBA961F8-3184-45F4-87DA-2BA4631438B1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FF5EFC-3F40-4B1D-8F16-49470D0D438C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141D9-EE1B-4096-AD4E-56D01FD518D1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Objetivo Sistêmico:</a:t>
          </a:r>
          <a:r>
            <a:rPr lang="pt-BR" sz="1900" kern="1200"/>
            <a:t> Adaptar o artefato digital às capacidades e limitações do usuário (e não o contrário).</a:t>
          </a:r>
          <a:endParaRPr lang="en-US" sz="1900" kern="1200"/>
        </a:p>
      </dsp:txBody>
      <dsp:txXfrm>
        <a:off x="7411643" y="368029"/>
        <a:ext cx="3233964" cy="1371985"/>
      </dsp:txXfrm>
    </dsp:sp>
    <dsp:sp modelId="{DB27356F-D4B3-4157-BE65-3FC8EE90E759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698BB-91A4-4BBA-A4DA-AB9E6562AC53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EAFF1-1F86-4B43-B1AC-7F88A2B19E10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Fatores Humanos:</a:t>
          </a:r>
          <a:r>
            <a:rPr lang="pt-BR" sz="1900" kern="1200"/>
            <a:t> Análise do contexto de uso, ambiente físico e estado emocional do usuário durante a interação.</a:t>
          </a:r>
          <a:endParaRPr lang="en-US" sz="1900" kern="1200"/>
        </a:p>
      </dsp:txBody>
      <dsp:txXfrm>
        <a:off x="1948202" y="2452790"/>
        <a:ext cx="3233964" cy="1371985"/>
      </dsp:txXfrm>
    </dsp:sp>
    <dsp:sp modelId="{42DDFC94-D111-4A40-86ED-C50F592DAC8A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1CBB14-3A9C-4508-BB83-4B0495716275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4B9EF-93CE-4F4B-9A88-C86F2CB5EE7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u="sng" kern="1200"/>
            <a:t>Engenharia de Usabilidade:</a:t>
          </a:r>
          <a:r>
            <a:rPr lang="pt-BR" sz="1900" kern="1200"/>
            <a:t> A ergonomia como métrica para os atributos de eficiência e facilidade de aprendizado (Nielsen).</a:t>
          </a:r>
          <a:endParaRPr lang="en-US" sz="1900" kern="1200"/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00A3F7-602D-43F4-B9C4-3E4495633D65}">
      <dsp:nvSpPr>
        <dsp:cNvPr id="0" name=""/>
        <dsp:cNvSpPr/>
      </dsp:nvSpPr>
      <dsp:spPr>
        <a:xfrm>
          <a:off x="2000" y="84118"/>
          <a:ext cx="2299753" cy="114987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Modelos Mentais:</a:t>
          </a:r>
          <a:r>
            <a:rPr lang="pt-BR" sz="1400" kern="1200"/>
            <a:t> Como o usuário acredita que o sistema funciona (baseado em experiências anteriores).</a:t>
          </a:r>
          <a:endParaRPr lang="en-US" sz="1400" kern="1200"/>
        </a:p>
      </dsp:txBody>
      <dsp:txXfrm>
        <a:off x="35679" y="117797"/>
        <a:ext cx="2232395" cy="1082518"/>
      </dsp:txXfrm>
    </dsp:sp>
    <dsp:sp modelId="{A28BDB28-3F76-4345-85A7-E4204F735778}">
      <dsp:nvSpPr>
        <dsp:cNvPr id="0" name=""/>
        <dsp:cNvSpPr/>
      </dsp:nvSpPr>
      <dsp:spPr>
        <a:xfrm>
          <a:off x="2876692" y="84118"/>
          <a:ext cx="2299753" cy="1149876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Carga Cognitiva:</a:t>
          </a:r>
          <a:endParaRPr lang="en-US" sz="1400" kern="1200"/>
        </a:p>
      </dsp:txBody>
      <dsp:txXfrm>
        <a:off x="2910371" y="117797"/>
        <a:ext cx="2232395" cy="1082518"/>
      </dsp:txXfrm>
    </dsp:sp>
    <dsp:sp modelId="{3372BB4C-914F-4731-ADCC-15570F27994D}">
      <dsp:nvSpPr>
        <dsp:cNvPr id="0" name=""/>
        <dsp:cNvSpPr/>
      </dsp:nvSpPr>
      <dsp:spPr>
        <a:xfrm>
          <a:off x="3106667" y="1233995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33106D-EF59-4976-A095-61263877C628}">
      <dsp:nvSpPr>
        <dsp:cNvPr id="0" name=""/>
        <dsp:cNvSpPr/>
      </dsp:nvSpPr>
      <dsp:spPr>
        <a:xfrm>
          <a:off x="3336642" y="1521464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Intrínseca: Complexidade do conteúdo.</a:t>
          </a:r>
          <a:endParaRPr lang="en-US" sz="1500" kern="1200"/>
        </a:p>
      </dsp:txBody>
      <dsp:txXfrm>
        <a:off x="3370321" y="1555143"/>
        <a:ext cx="1772444" cy="1082518"/>
      </dsp:txXfrm>
    </dsp:sp>
    <dsp:sp modelId="{472382DB-78A3-43CB-A2E4-627542BC6026}">
      <dsp:nvSpPr>
        <dsp:cNvPr id="0" name=""/>
        <dsp:cNvSpPr/>
      </dsp:nvSpPr>
      <dsp:spPr>
        <a:xfrm>
          <a:off x="3106667" y="1233995"/>
          <a:ext cx="229975" cy="22997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9753"/>
              </a:lnTo>
              <a:lnTo>
                <a:pt x="229975" y="2299753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58B0C4-B562-4689-8468-ED27B7F3D6D6}">
      <dsp:nvSpPr>
        <dsp:cNvPr id="0" name=""/>
        <dsp:cNvSpPr/>
      </dsp:nvSpPr>
      <dsp:spPr>
        <a:xfrm>
          <a:off x="3336642" y="2958809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Extrínseca: Esforço desnecessário causado por design ruim (ruído visual).</a:t>
          </a:r>
          <a:endParaRPr lang="en-US" sz="1500" kern="1200"/>
        </a:p>
      </dsp:txBody>
      <dsp:txXfrm>
        <a:off x="3370321" y="2992488"/>
        <a:ext cx="1772444" cy="1082518"/>
      </dsp:txXfrm>
    </dsp:sp>
    <dsp:sp modelId="{76280259-E26D-49FD-8649-1F9B2D8EA225}">
      <dsp:nvSpPr>
        <dsp:cNvPr id="0" name=""/>
        <dsp:cNvSpPr/>
      </dsp:nvSpPr>
      <dsp:spPr>
        <a:xfrm>
          <a:off x="5751383" y="84118"/>
          <a:ext cx="2299753" cy="1149876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Memória Humana:</a:t>
          </a:r>
          <a:r>
            <a:rPr lang="pt-BR" sz="1400" kern="1200"/>
            <a:t> * Limitações da Memória de Trabalho (Regra de Miller: 7±2 itens).</a:t>
          </a:r>
          <a:endParaRPr lang="en-US" sz="1400" kern="1200"/>
        </a:p>
      </dsp:txBody>
      <dsp:txXfrm>
        <a:off x="5785062" y="117797"/>
        <a:ext cx="2232395" cy="1082518"/>
      </dsp:txXfrm>
    </dsp:sp>
    <dsp:sp modelId="{0D05187D-3C1F-4A9B-8B7A-58D56F4E6F1F}">
      <dsp:nvSpPr>
        <dsp:cNvPr id="0" name=""/>
        <dsp:cNvSpPr/>
      </dsp:nvSpPr>
      <dsp:spPr>
        <a:xfrm>
          <a:off x="5981358" y="1233995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0C272B-AEA5-4529-84DF-E7A6B30B346F}">
      <dsp:nvSpPr>
        <dsp:cNvPr id="0" name=""/>
        <dsp:cNvSpPr/>
      </dsp:nvSpPr>
      <dsp:spPr>
        <a:xfrm>
          <a:off x="6211334" y="1521464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Priorização do Reconhecimento sobre a Lembrança.</a:t>
          </a:r>
          <a:endParaRPr lang="en-US" sz="1500" kern="1200"/>
        </a:p>
      </dsp:txBody>
      <dsp:txXfrm>
        <a:off x="6245013" y="1555143"/>
        <a:ext cx="1772444" cy="1082518"/>
      </dsp:txXfrm>
    </dsp:sp>
    <dsp:sp modelId="{92299329-BC45-49BE-8687-117566CC3856}">
      <dsp:nvSpPr>
        <dsp:cNvPr id="0" name=""/>
        <dsp:cNvSpPr/>
      </dsp:nvSpPr>
      <dsp:spPr>
        <a:xfrm>
          <a:off x="8626074" y="84118"/>
          <a:ext cx="2299753" cy="1149876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Metáforas de Interface: </a:t>
          </a:r>
          <a:r>
            <a:rPr lang="pt-BR" sz="1400" kern="1200"/>
            <a:t>Uso de conceitos familiares (lixeira, pasta, disquete) para facilitar a cognição.</a:t>
          </a:r>
          <a:endParaRPr lang="en-US" sz="1400" kern="1200"/>
        </a:p>
      </dsp:txBody>
      <dsp:txXfrm>
        <a:off x="8659753" y="117797"/>
        <a:ext cx="2232395" cy="10825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41A9E-203B-4C73-AECF-806D1E503C3C}">
      <dsp:nvSpPr>
        <dsp:cNvPr id="0" name=""/>
        <dsp:cNvSpPr/>
      </dsp:nvSpPr>
      <dsp:spPr>
        <a:xfrm>
          <a:off x="0" y="292262"/>
          <a:ext cx="10927829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1" kern="1200"/>
            <a:t>Regra de Miller (7 +-2 ):</a:t>
          </a:r>
          <a:r>
            <a:rPr lang="pt-BR" sz="2600" kern="1200"/>
            <a:t> A limitação biológica da nossa memória de curto prazo. Processamos apenas entre 5 e 9 unidades de informação por vez.</a:t>
          </a:r>
          <a:endParaRPr lang="en-US" sz="2600" kern="1200"/>
        </a:p>
      </dsp:txBody>
      <dsp:txXfrm>
        <a:off x="50489" y="342751"/>
        <a:ext cx="10826851" cy="933302"/>
      </dsp:txXfrm>
    </dsp:sp>
    <dsp:sp modelId="{08CADC1A-3E6D-4B07-93F8-A667DAD7B6E6}">
      <dsp:nvSpPr>
        <dsp:cNvPr id="0" name=""/>
        <dsp:cNvSpPr/>
      </dsp:nvSpPr>
      <dsp:spPr>
        <a:xfrm>
          <a:off x="0" y="1401422"/>
          <a:ext cx="10927829" cy="103428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1" kern="1200"/>
            <a:t>Chunking (Agrupamento):</a:t>
          </a:r>
          <a:r>
            <a:rPr lang="pt-BR" sz="2600" kern="1200"/>
            <a:t> Estratégia de design para agrupar dados isolados em "blocos" com significado.</a:t>
          </a:r>
          <a:endParaRPr lang="en-US" sz="2600" kern="1200"/>
        </a:p>
      </dsp:txBody>
      <dsp:txXfrm>
        <a:off x="50489" y="1451911"/>
        <a:ext cx="10826851" cy="933302"/>
      </dsp:txXfrm>
    </dsp:sp>
    <dsp:sp modelId="{018C9D34-32C9-4883-AED7-3E575BA0BB0C}">
      <dsp:nvSpPr>
        <dsp:cNvPr id="0" name=""/>
        <dsp:cNvSpPr/>
      </dsp:nvSpPr>
      <dsp:spPr>
        <a:xfrm>
          <a:off x="0" y="2435702"/>
          <a:ext cx="10927829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959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/>
            <a:t>Exemplo: Transformar 11 números soltos em um formato de telefone (XX) XXXXX-XXXX.</a:t>
          </a:r>
          <a:endParaRPr lang="en-US" sz="2000" kern="1200"/>
        </a:p>
      </dsp:txBody>
      <dsp:txXfrm>
        <a:off x="0" y="2435702"/>
        <a:ext cx="10927829" cy="430560"/>
      </dsp:txXfrm>
    </dsp:sp>
    <dsp:sp modelId="{6B8987B4-ADA0-4850-BFB1-088457C216CC}">
      <dsp:nvSpPr>
        <dsp:cNvPr id="0" name=""/>
        <dsp:cNvSpPr/>
      </dsp:nvSpPr>
      <dsp:spPr>
        <a:xfrm>
          <a:off x="0" y="2866262"/>
          <a:ext cx="10927829" cy="10342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1" kern="1200"/>
            <a:t>Aplicação no Site:</a:t>
          </a:r>
          <a:r>
            <a:rPr lang="pt-BR" sz="2600" kern="1200"/>
            <a:t> Menus e blocos de serviços que respeitam esses limites reduzem a frustração e aumentam a Retenção.</a:t>
          </a:r>
          <a:endParaRPr lang="en-US" sz="2600" kern="1200"/>
        </a:p>
      </dsp:txBody>
      <dsp:txXfrm>
        <a:off x="50489" y="2916751"/>
        <a:ext cx="10826851" cy="9333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0BCFA-E232-47C9-B42D-6E78762A173D}">
      <dsp:nvSpPr>
        <dsp:cNvPr id="0" name=""/>
        <dsp:cNvSpPr/>
      </dsp:nvSpPr>
      <dsp:spPr>
        <a:xfrm>
          <a:off x="0" y="2098"/>
          <a:ext cx="3934018" cy="10093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Antropometria:</a:t>
          </a:r>
          <a:r>
            <a:rPr lang="pt-BR" sz="1800" kern="1200"/>
            <a:t> Estudo das medidas do corpo humano aplicadas ao design (alcance e posicionamento).</a:t>
          </a:r>
          <a:endParaRPr lang="en-US" sz="1800" kern="1200"/>
        </a:p>
      </dsp:txBody>
      <dsp:txXfrm>
        <a:off x="49270" y="51368"/>
        <a:ext cx="3835478" cy="910763"/>
      </dsp:txXfrm>
    </dsp:sp>
    <dsp:sp modelId="{93EA1A88-12D6-41A5-A9D4-C48638EAA2DE}">
      <dsp:nvSpPr>
        <dsp:cNvPr id="0" name=""/>
        <dsp:cNvSpPr/>
      </dsp:nvSpPr>
      <dsp:spPr>
        <a:xfrm>
          <a:off x="0" y="1061866"/>
          <a:ext cx="3934018" cy="1009303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Fatores de Exclusão:</a:t>
          </a:r>
          <a:r>
            <a:rPr lang="pt-BR" sz="1800" kern="1200"/>
            <a:t> Visão (daltonismo), motricidade (tremores, precisão) e audição.</a:t>
          </a:r>
          <a:endParaRPr lang="en-US" sz="1800" kern="1200"/>
        </a:p>
      </dsp:txBody>
      <dsp:txXfrm>
        <a:off x="49270" y="1111136"/>
        <a:ext cx="3835478" cy="910763"/>
      </dsp:txXfrm>
    </dsp:sp>
    <dsp:sp modelId="{A83917AA-9490-44AA-B367-4B5E040979FD}">
      <dsp:nvSpPr>
        <dsp:cNvPr id="0" name=""/>
        <dsp:cNvSpPr/>
      </dsp:nvSpPr>
      <dsp:spPr>
        <a:xfrm rot="5400000">
          <a:off x="7027202" y="-870618"/>
          <a:ext cx="807442" cy="699381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u="sng" kern="1200"/>
            <a:t>Thumb Zone:</a:t>
          </a:r>
          <a:r>
            <a:rPr lang="pt-BR" sz="1500" kern="1200"/>
            <a:t> Áreas de alcance natural do polegar em smartphones.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u="sng" kern="1200"/>
            <a:t>Touch Targets:</a:t>
          </a:r>
          <a:r>
            <a:rPr lang="pt-BR" sz="1500" kern="1200"/>
            <a:t> Dimensões mínimas para evitar erros de clique (mínimo 44x44 pontos).</a:t>
          </a:r>
          <a:endParaRPr lang="en-US" sz="1500" kern="1200"/>
        </a:p>
      </dsp:txBody>
      <dsp:txXfrm rot="-5400000">
        <a:off x="3934018" y="2261982"/>
        <a:ext cx="6954394" cy="728610"/>
      </dsp:txXfrm>
    </dsp:sp>
    <dsp:sp modelId="{E56124E5-D00A-4652-A714-149B20DCD067}">
      <dsp:nvSpPr>
        <dsp:cNvPr id="0" name=""/>
        <dsp:cNvSpPr/>
      </dsp:nvSpPr>
      <dsp:spPr>
        <a:xfrm>
          <a:off x="0" y="2121635"/>
          <a:ext cx="3934018" cy="1009303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Design Responsivo e Mobile:</a:t>
          </a:r>
          <a:endParaRPr lang="en-US" sz="1800" kern="1200"/>
        </a:p>
      </dsp:txBody>
      <dsp:txXfrm>
        <a:off x="49270" y="2170905"/>
        <a:ext cx="3835478" cy="910763"/>
      </dsp:txXfrm>
    </dsp:sp>
    <dsp:sp modelId="{EDBEDCEE-6B98-4F95-8AFF-496100C2AC0A}">
      <dsp:nvSpPr>
        <dsp:cNvPr id="0" name=""/>
        <dsp:cNvSpPr/>
      </dsp:nvSpPr>
      <dsp:spPr>
        <a:xfrm>
          <a:off x="0" y="3181403"/>
          <a:ext cx="3934018" cy="1009303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Fadiga Visual:</a:t>
          </a:r>
          <a:r>
            <a:rPr lang="pt-BR" sz="1800" kern="1200"/>
            <a:t> Contraste, brilho e legibilidade da tipografia (Critérios WCAG).</a:t>
          </a:r>
          <a:endParaRPr lang="en-US" sz="1800" kern="1200"/>
        </a:p>
      </dsp:txBody>
      <dsp:txXfrm>
        <a:off x="49270" y="3230673"/>
        <a:ext cx="3835478" cy="91076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548D7-3BEB-4650-894C-D3639B4A4FB2}">
      <dsp:nvSpPr>
        <dsp:cNvPr id="0" name=""/>
        <dsp:cNvSpPr/>
      </dsp:nvSpPr>
      <dsp:spPr>
        <a:xfrm>
          <a:off x="4802" y="416675"/>
          <a:ext cx="4199317" cy="3359453"/>
        </a:xfrm>
        <a:prstGeom prst="homePlate">
          <a:avLst>
            <a:gd name="adj" fmla="val 2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143" tIns="60960" rIns="59257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/>
            <a:t>A Ponte para a Prática:</a:t>
          </a:r>
          <a:r>
            <a:rPr lang="pt-BR" sz="2400" kern="1200"/>
            <a:t> A ergonomia só é aplicada com sucesso se conhecermos as características reais do nosso usuário.</a:t>
          </a:r>
          <a:endParaRPr lang="en-US" sz="2400" kern="1200"/>
        </a:p>
      </dsp:txBody>
      <dsp:txXfrm>
        <a:off x="4802" y="416675"/>
        <a:ext cx="3779385" cy="3359453"/>
      </dsp:txXfrm>
    </dsp:sp>
    <dsp:sp modelId="{0FFB9714-8AF8-4009-86EB-9D1C12A8D985}">
      <dsp:nvSpPr>
        <dsp:cNvPr id="0" name=""/>
        <dsp:cNvSpPr/>
      </dsp:nvSpPr>
      <dsp:spPr>
        <a:xfrm>
          <a:off x="3364255" y="416675"/>
          <a:ext cx="4199317" cy="3359453"/>
        </a:xfrm>
        <a:prstGeom prst="chevron">
          <a:avLst>
            <a:gd name="adj" fmla="val 25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143" tIns="60960" rIns="148143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/>
            <a:t>Métodos de Coleta:</a:t>
          </a:r>
          <a:endParaRPr lang="en-US" sz="24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/>
            <a:t>Observação e Entrevistas.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 dirty="0"/>
            <a:t>Questionários Estruturados (Google </a:t>
          </a:r>
          <a:r>
            <a:rPr lang="pt-BR" sz="1900" kern="1200" dirty="0" err="1"/>
            <a:t>Forms</a:t>
          </a:r>
          <a:r>
            <a:rPr lang="pt-BR" sz="1900" kern="1200" dirty="0"/>
            <a:t>): Coleta de dados quantitativos sobre percepção de usabilidade.</a:t>
          </a:r>
          <a:endParaRPr lang="en-US" sz="1900" kern="1200" dirty="0"/>
        </a:p>
      </dsp:txBody>
      <dsp:txXfrm>
        <a:off x="4204118" y="416675"/>
        <a:ext cx="2519591" cy="3359453"/>
      </dsp:txXfrm>
    </dsp:sp>
    <dsp:sp modelId="{B401D3CA-0EEC-4001-AC16-0BE3A3CD64EE}">
      <dsp:nvSpPr>
        <dsp:cNvPr id="0" name=""/>
        <dsp:cNvSpPr/>
      </dsp:nvSpPr>
      <dsp:spPr>
        <a:xfrm>
          <a:off x="6723709" y="416675"/>
          <a:ext cx="4199317" cy="3359453"/>
        </a:xfrm>
        <a:prstGeom prst="chevron">
          <a:avLst>
            <a:gd name="adj" fmla="val 25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143" tIns="60960" rIns="148143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/>
            <a:t>Próximo Passo: </a:t>
          </a:r>
          <a:endParaRPr lang="en-US" sz="24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/>
            <a:t>Preparação da auditoria do portal spositol.github.io.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/>
            <a:t>O que o usuário sente ao navegar?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900" kern="1200"/>
            <a:t>Qual sua carga mental?</a:t>
          </a:r>
          <a:endParaRPr lang="en-US" sz="1900" kern="1200"/>
        </a:p>
      </dsp:txBody>
      <dsp:txXfrm>
        <a:off x="7563572" y="416675"/>
        <a:ext cx="2519591" cy="3359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EA08A-6305-91E2-6DB2-6F1997449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82700F-1AB7-F53E-D7FF-37612B623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00C7B8-DE85-88B4-B7CC-E5A263349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FB9317-F1E2-839D-9C8C-A540E31CB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FE011F-1B48-2C9A-6818-44E6C4B4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72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874CD-C078-19E0-0191-77A2A348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6CFC1D-2196-72C5-EB3E-35E400409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91C904-7A0E-1792-2AB5-6EC2F4527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0EF673-5B8D-A1C6-D570-9EBFFE17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2F094B-73B2-A714-9DCF-6BC09226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29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D1C5D-DA74-B802-3776-C754309C7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B529E7-0032-67EB-CD74-C1D8234A8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73EBD0-43D7-915F-E623-2634D493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2E6F79-5F57-F185-BEB8-40AD51758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75665C-BA07-0BEB-B042-9A2D54B9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4077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0F3B9-35F5-E7DD-34B9-1A09B99D3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86F0F8-8A81-7A98-C420-1BFC18831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339F36-8FB9-5134-054B-CBB8E0EBA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F0E7CA-B194-38A9-B756-A3894BCFC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1CB06C-A102-F526-2D54-543E8F1AB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90161D-D771-FA4E-7DFE-13F2F815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949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47091-A6D2-89A8-440B-BAFC51F9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C5C9B6-3012-B7AA-04C3-578EE83F3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FBAC51-6BDD-124B-E027-D958B5392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06CD12E-22D0-20FC-74CF-330322F55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6EE539D-5D5F-8B76-9352-9AE7D8363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EAA3331-3612-5A20-5D51-6804F53B9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438B61-2E02-C7CA-1A7B-89EDC62A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D18CD4-1274-61FA-5CBB-0882CDDE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015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49D45-FE31-81A0-1823-F59761A3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A12E0C7-6A70-10D5-9555-EFC186723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A57FE74-F507-EB41-22DC-12CFA4B3F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FA3F913-D3E8-2B95-187B-FB5E3039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210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C2434A9-B935-281C-BE76-637B6DF7C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92A800-AAA7-A278-4FA5-BE88D0F9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9B8DE2-8A6E-D859-50B4-6F85B5AE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911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43C68-BE34-3EF8-1503-9BBBBE6B7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70C2C8-8B18-3C58-319B-31E615552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549B1D-5B5D-166D-AD80-424516F34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AA8E25-188A-C6C6-FD13-5AFBA1459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DE0251-1260-EBE4-ADF0-CF8E4805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60E826-6F88-4798-E976-707147B8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752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1EB88-4214-2EA7-A95F-922FDF1FA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00C73BC-A49A-736C-8377-0AA6AB84A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D06745-E932-6386-2104-9083E36F0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3A4A7E-EDE8-4FCE-FE41-3E2626EA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356B6C-98D4-0551-E869-DEDAB8BE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266FE2-8CB6-5159-B735-730CB726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009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548A7-9DA4-BAAE-81B5-D0F31B7C5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7A771B-7752-3F4E-AAD2-AFCEEB00C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48E832-BD1B-7FC7-A673-8D23B616D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D8AE02-7FF8-8225-992D-FE3C2321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7A1DB3-8725-829D-245F-60457A6D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589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0AD546-DCBE-F302-4EE4-9308BC599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07E581-3033-E027-2767-C72D29D32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6F26FC-55B4-072A-9DB0-779D4975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DC3A4E-6117-6B5B-AC1C-C87D14F64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C402AD-2D78-75FC-D385-D7E86A26C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4320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E6C907C-4415-3FB0-31C1-D123C6DE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0692F-2CEB-CAA6-1775-ED5C64148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3F6A25-BD89-6FFB-A934-A540228CF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28686-D368-4857-8A57-28CA741A0FB0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708508-4D05-C1BC-2B7C-0AE668DCB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38B866-3156-F59E-F430-09F64066D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9F8C7-8656-49C2-89BC-01DE8795C8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543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c3Mm-dlSTG_gnHIXUHYUjkNobepfmNYk8Z3zT8hGgDFdyERw/viewfor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D27A82-EA1F-E1BB-8682-4C7A728E79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3DCEFC3-C156-A48E-66AC-8A8AF3FEF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Ergonomia Cognitiva e Física no Design de Interfaces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CB81BF-65CC-709C-B32F-3ECA4CEA1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576234"/>
          </a:xfrm>
        </p:spPr>
        <p:txBody>
          <a:bodyPr>
            <a:noAutofit/>
          </a:bodyPr>
          <a:lstStyle/>
          <a:p>
            <a:r>
              <a:rPr lang="pt-BR" sz="1200" b="1" u="sng" dirty="0">
                <a:solidFill>
                  <a:srgbClr val="FFFFFF"/>
                </a:solidFill>
              </a:rPr>
              <a:t>Do Modelo Mental à Interação Física: A Engenharia da Experiência</a:t>
            </a:r>
          </a:p>
          <a:p>
            <a:endParaRPr lang="pt-BR" sz="1200" dirty="0">
              <a:solidFill>
                <a:srgbClr val="FFFFFF"/>
              </a:solidFill>
            </a:endParaRPr>
          </a:p>
          <a:p>
            <a:r>
              <a:rPr lang="pt-BR" sz="1200">
                <a:solidFill>
                  <a:srgbClr val="FFFFFF"/>
                </a:solidFill>
              </a:rPr>
              <a:t>Aula de 27/02</a:t>
            </a:r>
            <a:endParaRPr lang="pt-BR" sz="1200" dirty="0">
              <a:solidFill>
                <a:srgbClr val="FFFFFF"/>
              </a:solidFill>
            </a:endParaRPr>
          </a:p>
          <a:p>
            <a:r>
              <a:rPr lang="pt-BR" sz="1200" dirty="0">
                <a:solidFill>
                  <a:srgbClr val="FFFFFF"/>
                </a:solidFill>
              </a:rPr>
              <a:t>Prof. Dr. Lincoln Sposito</a:t>
            </a:r>
          </a:p>
          <a:p>
            <a:r>
              <a:rPr lang="pt-BR" sz="1200" dirty="0">
                <a:solidFill>
                  <a:srgbClr val="FFFFFF"/>
                </a:solidFill>
              </a:rPr>
              <a:t>Introdução à Etapa de Pesquisa do Usuário (UCD)</a:t>
            </a:r>
          </a:p>
        </p:txBody>
      </p:sp>
    </p:spTree>
    <p:extLst>
      <p:ext uri="{BB962C8B-B14F-4D97-AF65-F5344CB8AC3E}">
        <p14:creationId xmlns:p14="http://schemas.microsoft.com/office/powerpoint/2010/main" val="1062188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B916B6-0F92-4200-50DA-20712E47E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Fundamentação Teórica - Citações Diretas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63C3A98-E314-9BB0-7EF3-BF9FFC2C3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62637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174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6BEF81-A2DE-0D3C-B1FC-4141282A3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Visão de Mercado: O Tripé Estratégico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49B6637-1739-5502-3179-3909664431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60910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8233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89A82-CF2E-BED7-6015-DC164A62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6257"/>
            <a:ext cx="6926703" cy="80416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O Tripé Estratégico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D40D0F4-2E43-111F-5164-80D61A9B9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789" b="6750"/>
          <a:stretch>
            <a:fillRect/>
          </a:stretch>
        </p:blipFill>
        <p:spPr>
          <a:xfrm>
            <a:off x="20" y="10"/>
            <a:ext cx="12191980" cy="527993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E76F6F3-F5F0-B26D-1B63-73AD0299B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51935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C84BA2-BCC1-89D4-5592-8B2364E6B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C4FA24-7C12-A16B-31C2-89175017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8525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47F68-91E3-E5B3-98F9-D17745679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718139-9D67-0D3B-9633-2ACB0DAE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O Papel da Ergonomia na IHC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C6B07E8-1275-3317-9274-5E502005B7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8818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765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5168F-D1EE-9FEE-FF0A-4A60A693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FDC55F-50D1-FA22-5BC9-526A9EBD7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3400">
                <a:solidFill>
                  <a:srgbClr val="FFFFFF"/>
                </a:solidFill>
              </a:rPr>
              <a:t>Ergonomia Cognitiva - Processamento de Informação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F84D3487-6871-86F5-5E0F-5081394C4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236845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293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A795F4-72FC-6175-3808-1FC896BE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Ergonomia Cognitiva e Memória de Trabalho</a:t>
            </a:r>
          </a:p>
        </p:txBody>
      </p:sp>
      <p:graphicFrame>
        <p:nvGraphicFramePr>
          <p:cNvPr id="21" name="Espaço Reservado para Conteúdo 2">
            <a:extLst>
              <a:ext uri="{FF2B5EF4-FFF2-40B4-BE49-F238E27FC236}">
                <a16:creationId xmlns:a16="http://schemas.microsoft.com/office/drawing/2014/main" id="{19C272D3-5C8B-B4F0-FE42-0B597CB9B1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494586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1961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07E103-CE37-10CE-DFC6-DF17DFE72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6A435-E6DA-DC95-E4B3-1E7D50B4F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Chunking (Agrupamento)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D04399-693B-841F-9100-35F0EBC9C50E}"/>
              </a:ext>
            </a:extLst>
          </p:cNvPr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O</a:t>
            </a:r>
            <a:r>
              <a:rPr lang="en-US" sz="2000"/>
              <a:t> cérebro humano, conforme a </a:t>
            </a:r>
            <a:r>
              <a:rPr lang="en-US" sz="2000" b="1"/>
              <a:t>Regra de Miller</a:t>
            </a:r>
            <a:r>
              <a:rPr lang="en-US" sz="2000"/>
              <a:t>, tem dificuldade em processar muitos itens soltos ao mesmo tempo.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F9F4B6B-7FAE-8254-7B7F-15158DA11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2308477"/>
            <a:ext cx="4170530" cy="227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C303981-0589-10B6-01BE-99FA22E598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29971"/>
          <a:stretch>
            <a:fillRect/>
          </a:stretch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8" name="Freeform: Shape 23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4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22" name="Freeform: Shape 26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8D55102-F922-9ACE-7522-2F9CBDFCD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51037"/>
            <a:ext cx="5021782" cy="15099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Chunking (Agrupamento)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72D1D-DB74-1C5F-8DB5-43003C8F78FE}"/>
              </a:ext>
            </a:extLst>
          </p:cNvPr>
          <p:cNvSpPr txBox="1"/>
          <p:nvPr/>
        </p:nvSpPr>
        <p:spPr>
          <a:xfrm>
            <a:off x="6470247" y="4551037"/>
            <a:ext cx="4926411" cy="1509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o segredo não é remover conteúdo, mas sim organizá-lo em blocos (</a:t>
            </a:r>
            <a:r>
              <a:rPr lang="en-US" i="1">
                <a:solidFill>
                  <a:schemeClr val="tx2"/>
                </a:solidFill>
              </a:rPr>
              <a:t>chunks</a:t>
            </a:r>
            <a:r>
              <a:rPr lang="en-US">
                <a:solidFill>
                  <a:schemeClr val="tx2"/>
                </a:solidFill>
              </a:rPr>
              <a:t>) lógicos. Com 3 categorias de 5 itens cada, a interface torna-se mais fácil de "escanear" e memorizar.</a:t>
            </a:r>
          </a:p>
        </p:txBody>
      </p:sp>
    </p:spTree>
    <p:extLst>
      <p:ext uri="{BB962C8B-B14F-4D97-AF65-F5344CB8AC3E}">
        <p14:creationId xmlns:p14="http://schemas.microsoft.com/office/powerpoint/2010/main" val="3523119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7406A-C105-10F0-6ABA-C7B7E701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FD4770-91B6-124E-3D6E-B973367B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Ergonomia Física - A Interface Tangível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FBD33F94-436A-C2AC-F99C-647B54CB7B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54801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3466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62B92-17B0-A32D-C2D5-6556CE31A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6257"/>
            <a:ext cx="6926703" cy="80416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"Thumb Zone" (Ergonomia Física)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BE9477A3-9823-0400-16C3-F2055FA79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199" b="12339"/>
          <a:stretch>
            <a:fillRect/>
          </a:stretch>
        </p:blipFill>
        <p:spPr>
          <a:xfrm>
            <a:off x="20" y="10"/>
            <a:ext cx="12191980" cy="527993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E76F6F3-F5F0-B26D-1B63-73AD0299B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51935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C84BA2-BCC1-89D4-5592-8B2364E6B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C4FA24-7C12-A16B-31C2-89175017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604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5B5D8-9C9B-8AFE-EC59-C72BFC9BA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228739-613B-79F3-DE04-46A6A4281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Marco - Pesquisa do Usuário (UCD)</a:t>
            </a:r>
          </a:p>
        </p:txBody>
      </p:sp>
      <p:graphicFrame>
        <p:nvGraphicFramePr>
          <p:cNvPr id="30" name="Espaço Reservado para Conteúdo 2">
            <a:extLst>
              <a:ext uri="{FF2B5EF4-FFF2-40B4-BE49-F238E27FC236}">
                <a16:creationId xmlns:a16="http://schemas.microsoft.com/office/drawing/2014/main" id="{15C6E0E3-4362-A058-29BF-B06FF4811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0015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0832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96D25-8257-A03F-627C-133290F3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Laboratório de Auditoria: Da Teoria à Evidência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EAFE7E-9ADD-B2AF-D2ED-F70BF267A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1885278"/>
            <a:ext cx="11061290" cy="4678183"/>
          </a:xfrm>
        </p:spPr>
        <p:txBody>
          <a:bodyPr anchor="ctr">
            <a:normAutofit/>
          </a:bodyPr>
          <a:lstStyle/>
          <a:p>
            <a:r>
              <a:rPr lang="pt-BR" sz="1600" b="1" u="sng" dirty="0"/>
              <a:t>Validando IHC, Ergonomia e o Tripé Estratégico (Prazo: 05/03)</a:t>
            </a:r>
          </a:p>
          <a:p>
            <a:r>
              <a:rPr lang="pt-BR" sz="1600" b="1" dirty="0"/>
              <a:t>O Objetivo da Atividade</a:t>
            </a:r>
          </a:p>
          <a:p>
            <a:pPr lvl="1"/>
            <a:r>
              <a:rPr lang="pt-BR" sz="1600" b="1" dirty="0"/>
              <a:t>Auditoria Técnica:</a:t>
            </a:r>
            <a:r>
              <a:rPr lang="pt-BR" sz="1600" dirty="0"/>
              <a:t> Aplicar os conceitos de </a:t>
            </a:r>
            <a:r>
              <a:rPr lang="pt-BR" sz="1600" dirty="0" err="1"/>
              <a:t>Benyon</a:t>
            </a:r>
            <a:r>
              <a:rPr lang="pt-BR" sz="1600" dirty="0"/>
              <a:t>, Barreto e Valente no portal do Professor.</a:t>
            </a:r>
          </a:p>
          <a:p>
            <a:pPr lvl="1"/>
            <a:r>
              <a:rPr lang="pt-BR" sz="1600" b="1" dirty="0"/>
              <a:t>Coleta de Dados:</a:t>
            </a:r>
            <a:r>
              <a:rPr lang="pt-BR" sz="1600" dirty="0"/>
              <a:t> Transformar percepções subjetivas em métricas quantitativas e qualitativas.</a:t>
            </a:r>
          </a:p>
          <a:p>
            <a:pPr lvl="1"/>
            <a:r>
              <a:rPr lang="pt-BR" sz="1600" b="1" dirty="0"/>
              <a:t>Visão de Mercado:</a:t>
            </a:r>
            <a:r>
              <a:rPr lang="pt-BR" sz="1600" dirty="0"/>
              <a:t> Testar se o site cumpre as metas de </a:t>
            </a:r>
            <a:r>
              <a:rPr lang="pt-BR" sz="1600" b="1" dirty="0"/>
              <a:t>SEO, Retenção e Conversão</a:t>
            </a:r>
            <a:r>
              <a:rPr lang="pt-BR" sz="1600" dirty="0"/>
              <a:t>.</a:t>
            </a:r>
          </a:p>
          <a:p>
            <a:r>
              <a:rPr lang="pt-BR" sz="1600" b="1" dirty="0"/>
              <a:t>O que vamos investigar?</a:t>
            </a:r>
          </a:p>
          <a:p>
            <a:pPr lvl="1"/>
            <a:r>
              <a:rPr lang="pt-BR" sz="1600" b="1" dirty="0"/>
              <a:t>Ergonomia Cognitiva:</a:t>
            </a:r>
            <a:r>
              <a:rPr lang="pt-BR" sz="1600" dirty="0"/>
              <a:t> O uso de </a:t>
            </a:r>
            <a:r>
              <a:rPr lang="pt-BR" sz="1600" dirty="0" err="1"/>
              <a:t>Chunking</a:t>
            </a:r>
            <a:r>
              <a:rPr lang="pt-BR" sz="1600" dirty="0"/>
              <a:t> e a Regra de Miller (7 +- 2) no layout.</a:t>
            </a:r>
          </a:p>
          <a:p>
            <a:pPr lvl="1"/>
            <a:r>
              <a:rPr lang="pt-BR" sz="1600" b="1" dirty="0"/>
              <a:t>Ergonomia Física:</a:t>
            </a:r>
            <a:r>
              <a:rPr lang="pt-BR" sz="1600" dirty="0"/>
              <a:t> A eficiência da interface em dispositivos móveis (Thumb Zone).</a:t>
            </a:r>
          </a:p>
          <a:p>
            <a:pPr lvl="1"/>
            <a:r>
              <a:rPr lang="pt-BR" sz="1600" b="1" dirty="0"/>
              <a:t>Quebra de Paradigma:</a:t>
            </a:r>
            <a:r>
              <a:rPr lang="pt-BR" sz="1600" dirty="0"/>
              <a:t> O uso do </a:t>
            </a:r>
            <a:r>
              <a:rPr lang="pt-BR" sz="1600" dirty="0" err="1"/>
              <a:t>Hallway</a:t>
            </a:r>
            <a:r>
              <a:rPr lang="pt-BR" sz="1600" dirty="0"/>
              <a:t> </a:t>
            </a:r>
            <a:r>
              <a:rPr lang="pt-BR" sz="1600" dirty="0" err="1"/>
              <a:t>Testing</a:t>
            </a:r>
            <a:r>
              <a:rPr lang="pt-BR" sz="1600" dirty="0"/>
              <a:t> para entender a visão do usuário leigo.</a:t>
            </a:r>
          </a:p>
          <a:p>
            <a:r>
              <a:rPr lang="pt-BR" sz="1600" b="1" dirty="0"/>
              <a:t>Estrutura do Formulário</a:t>
            </a:r>
          </a:p>
          <a:p>
            <a:pPr lvl="1"/>
            <a:r>
              <a:rPr lang="pt-BR" sz="1600" b="1" dirty="0"/>
              <a:t>Questões Objetivas:</a:t>
            </a:r>
            <a:r>
              <a:rPr lang="pt-BR" sz="1600" dirty="0"/>
              <a:t> Geram os gráficos de desempenho para nossa análise de dados.</a:t>
            </a:r>
          </a:p>
          <a:p>
            <a:pPr lvl="1"/>
            <a:r>
              <a:rPr lang="pt-BR" sz="1600" b="1" dirty="0"/>
              <a:t>Questões Descritivas:</a:t>
            </a:r>
            <a:r>
              <a:rPr lang="pt-BR" sz="1600" dirty="0"/>
              <a:t> Exigem fundamentação técnica (pesquisa no site e nos autores).</a:t>
            </a:r>
          </a:p>
          <a:p>
            <a:pPr lvl="1"/>
            <a:r>
              <a:rPr lang="pt-BR" sz="1600" b="1" dirty="0"/>
              <a:t>Pesquisa Orgânica:</a:t>
            </a:r>
            <a:r>
              <a:rPr lang="pt-BR" sz="1600" dirty="0"/>
              <a:t> Teste real de visibilidade no Google.com.</a:t>
            </a:r>
          </a:p>
          <a:p>
            <a:pPr marL="457200" lvl="1" indent="0">
              <a:buNone/>
            </a:pPr>
            <a:endParaRPr lang="pt-BR" sz="1600" dirty="0"/>
          </a:p>
          <a:p>
            <a:pPr marL="457200" lvl="1" indent="0">
              <a:buNone/>
            </a:pPr>
            <a:r>
              <a:rPr lang="pt-BR" sz="1600" dirty="0">
                <a:hlinkClick r:id="rId2"/>
              </a:rPr>
              <a:t>https://docs.google.com/forms/d/e/1FAIpQLSc3Mm-dlSTG_gnHIXUHYUjkNobepfmNYk8Z3zT8hGgDFdyERw/viewform</a:t>
            </a:r>
            <a:endParaRPr lang="pt-BR" sz="1600" dirty="0"/>
          </a:p>
          <a:p>
            <a:pPr marL="457200" lvl="1" indent="0">
              <a:buNone/>
            </a:pPr>
            <a:endParaRPr lang="pt-BR" sz="1600" u="sng" dirty="0"/>
          </a:p>
        </p:txBody>
      </p:sp>
    </p:spTree>
    <p:extLst>
      <p:ext uri="{BB962C8B-B14F-4D97-AF65-F5344CB8AC3E}">
        <p14:creationId xmlns:p14="http://schemas.microsoft.com/office/powerpoint/2010/main" val="1503008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de amarelinha na calçada">
            <a:extLst>
              <a:ext uri="{FF2B5EF4-FFF2-40B4-BE49-F238E27FC236}">
                <a16:creationId xmlns:a16="http://schemas.microsoft.com/office/drawing/2014/main" id="{C80F5D3C-8BF7-76D3-6729-1AD154FCE6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096" b="863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A6363E2-D8FD-9AA1-0F07-F358F4C05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ATÉ 06/03!!!</a:t>
            </a:r>
          </a:p>
        </p:txBody>
      </p:sp>
    </p:spTree>
    <p:extLst>
      <p:ext uri="{BB962C8B-B14F-4D97-AF65-F5344CB8AC3E}">
        <p14:creationId xmlns:p14="http://schemas.microsoft.com/office/powerpoint/2010/main" val="3779525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952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do Office</vt:lpstr>
      <vt:lpstr>Ergonomia Cognitiva e Física no Design de Interfaces</vt:lpstr>
      <vt:lpstr>Fundamentação Teórica - Citações Diretas</vt:lpstr>
      <vt:lpstr>Visão de Mercado: O Tripé Estratégico</vt:lpstr>
      <vt:lpstr>O Tripé Estratégico</vt:lpstr>
      <vt:lpstr>O Papel da Ergonomia na IHC</vt:lpstr>
      <vt:lpstr>Ergonomia Cognitiva - Processamento de Informação</vt:lpstr>
      <vt:lpstr>Ergonomia Cognitiva e Memória de Trabalho</vt:lpstr>
      <vt:lpstr>Chunking (Agrupamento)</vt:lpstr>
      <vt:lpstr>Chunking (Agrupamento)</vt:lpstr>
      <vt:lpstr>Ergonomia Física - A Interface Tangível</vt:lpstr>
      <vt:lpstr>"Thumb Zone" (Ergonomia Física)</vt:lpstr>
      <vt:lpstr>Marco - Pesquisa do Usuário (UCD)</vt:lpstr>
      <vt:lpstr>Laboratório de Auditoria: Da Teoria à Evidência</vt:lpstr>
      <vt:lpstr>ATÉ 06/03!!!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Lincoln Sposito</dc:creator>
  <cp:lastModifiedBy>Lincoln Sposito</cp:lastModifiedBy>
  <cp:revision>8</cp:revision>
  <dcterms:created xsi:type="dcterms:W3CDTF">2026-02-27T17:47:16Z</dcterms:created>
  <dcterms:modified xsi:type="dcterms:W3CDTF">2026-02-27T19:44:10Z</dcterms:modified>
</cp:coreProperties>
</file>